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6ccc38c6d874a83" /><Relationship Type="http://schemas.openxmlformats.org/officeDocument/2006/relationships/extended-properties" Target="/docProps/app.xml" Id="R56797af71171498d" /><Relationship Type="http://schemas.openxmlformats.org/officeDocument/2006/relationships/officeDocument" Target="/ppt/presentation.xml" Id="Rc26c52f7bf124a68" /></Relationships>
</file>

<file path=ppt/presentation.xml><?xml version="1.0" encoding="utf-8"?>
<p:presentation xmlns:p="http://schemas.openxmlformats.org/presentationml/2006/main">
  <p:sldMasterIdLst>
    <p:sldMasterId xmlns:r="http://schemas.openxmlformats.org/officeDocument/2006/relationships" id="2147483648" r:id="R06bb93359b864ae8"/>
  </p:sldMasterIdLst>
  <p:notesMasterIdLst>
    <p:notesMasterId xmlns:r="http://schemas.openxmlformats.org/officeDocument/2006/relationships" r:id="R201bac79671443f6"/>
  </p:notesMasterIdLst>
  <p:sldIdLst>
    <p:sldId xmlns:r="http://schemas.openxmlformats.org/officeDocument/2006/relationships" id="256" r:id="Rf6438d6f59114df2"/>
    <p:sldId xmlns:r="http://schemas.openxmlformats.org/officeDocument/2006/relationships" id="257" r:id="R6bd3b9aebcbb41bb"/>
    <p:sldId xmlns:r="http://schemas.openxmlformats.org/officeDocument/2006/relationships" id="258" r:id="Rf68832199e674f18"/>
    <p:sldId xmlns:r="http://schemas.openxmlformats.org/officeDocument/2006/relationships" id="259" r:id="R377824a16d994feb"/>
    <p:sldId xmlns:r="http://schemas.openxmlformats.org/officeDocument/2006/relationships" id="260" r:id="Ra58c0a59af4741ba"/>
    <p:sldId xmlns:r="http://schemas.openxmlformats.org/officeDocument/2006/relationships" id="261" r:id="Re343567ae14a4a65"/>
    <p:sldId xmlns:r="http://schemas.openxmlformats.org/officeDocument/2006/relationships" id="262" r:id="Rbaf56d3f22f54f50"/>
    <p:sldId xmlns:r="http://schemas.openxmlformats.org/officeDocument/2006/relationships" id="263" r:id="Rbb4dc61c28534860"/>
    <p:sldId xmlns:r="http://schemas.openxmlformats.org/officeDocument/2006/relationships" id="264" r:id="R6a7b27272bf54f51"/>
    <p:sldId xmlns:r="http://schemas.openxmlformats.org/officeDocument/2006/relationships" id="265" r:id="Rba57dd46502b42a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897b5961c89430e" /><Relationship Type="http://schemas.openxmlformats.org/officeDocument/2006/relationships/slideMaster" Target="/ppt/slideMasters/slideMaster1.xml" Id="R06bb93359b864ae8" /><Relationship Type="http://schemas.openxmlformats.org/officeDocument/2006/relationships/notesMaster" Target="/ppt/notesMasters/notesMaster1.xml" Id="R201bac79671443f6" /><Relationship Type="http://schemas.openxmlformats.org/officeDocument/2006/relationships/presProps" Target="/ppt/presProps.xml" Id="R4e4305d71294447c" /><Relationship Type="http://schemas.openxmlformats.org/officeDocument/2006/relationships/tableStyles" Target="/ppt/tableStyles.xml" Id="Rf76e4f6252834133" /><Relationship Type="http://schemas.openxmlformats.org/officeDocument/2006/relationships/slide" Target="/ppt/slides/slide1.xml" Id="Rf6438d6f59114df2" /><Relationship Type="http://schemas.openxmlformats.org/officeDocument/2006/relationships/slide" Target="/ppt/slides/slide2.xml" Id="R6bd3b9aebcbb41bb" /><Relationship Type="http://schemas.openxmlformats.org/officeDocument/2006/relationships/slide" Target="/ppt/slides/slide3.xml" Id="Rf68832199e674f18" /><Relationship Type="http://schemas.openxmlformats.org/officeDocument/2006/relationships/slide" Target="/ppt/slides/slide4.xml" Id="R377824a16d994feb" /><Relationship Type="http://schemas.openxmlformats.org/officeDocument/2006/relationships/slide" Target="/ppt/slides/slide5.xml" Id="Ra58c0a59af4741ba" /><Relationship Type="http://schemas.openxmlformats.org/officeDocument/2006/relationships/slide" Target="/ppt/slides/slide6.xml" Id="Re343567ae14a4a65" /><Relationship Type="http://schemas.openxmlformats.org/officeDocument/2006/relationships/slide" Target="/ppt/slides/slide7.xml" Id="Rbaf56d3f22f54f50" /><Relationship Type="http://schemas.openxmlformats.org/officeDocument/2006/relationships/slide" Target="/ppt/slides/slide8.xml" Id="Rbb4dc61c28534860" /><Relationship Type="http://schemas.openxmlformats.org/officeDocument/2006/relationships/slide" Target="/ppt/slides/slide9.xml" Id="R6a7b27272bf54f51" /><Relationship Type="http://schemas.openxmlformats.org/officeDocument/2006/relationships/slide" Target="/ppt/slides/slide10.xml" Id="Rba57dd46502b42a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806812ad4a6409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60639f6184c4da9" /><Relationship Type="http://schemas.openxmlformats.org/officeDocument/2006/relationships/notesMaster" Target="/ppt/notesMasters/notesMaster1.xml" Id="R854e804f6013440f" /></Relationships>
</file>

<file path=ppt/notesSlides/_rels/notesSlide2.xml.rels>&#65279;<?xml version="1.0" encoding="utf-8"?><Relationships xmlns="http://schemas.openxmlformats.org/package/2006/relationships"><Relationship Type="http://schemas.openxmlformats.org/officeDocument/2006/relationships/slide" Target="/ppt/slides/slide2.xml" Id="R3844d51049e84d6b" /><Relationship Type="http://schemas.openxmlformats.org/officeDocument/2006/relationships/notesMaster" Target="/ppt/notesMasters/notesMaster1.xml" Id="R4e36469580d94e68" /></Relationships>
</file>

<file path=ppt/notesSlides/_rels/notesSlide3.xml.rels>&#65279;<?xml version="1.0" encoding="utf-8"?><Relationships xmlns="http://schemas.openxmlformats.org/package/2006/relationships"><Relationship Type="http://schemas.openxmlformats.org/officeDocument/2006/relationships/slide" Target="/ppt/slides/slide3.xml" Id="Rbdb3f5536fd745cc" /><Relationship Type="http://schemas.openxmlformats.org/officeDocument/2006/relationships/notesMaster" Target="/ppt/notesMasters/notesMaster1.xml" Id="Rc5599f6eb8e84537" /></Relationships>
</file>

<file path=ppt/notesSlides/_rels/notesSlide4.xml.rels>&#65279;<?xml version="1.0" encoding="utf-8"?><Relationships xmlns="http://schemas.openxmlformats.org/package/2006/relationships"><Relationship Type="http://schemas.openxmlformats.org/officeDocument/2006/relationships/slide" Target="/ppt/slides/slide4.xml" Id="R8a874328d9dd4fd5" /><Relationship Type="http://schemas.openxmlformats.org/officeDocument/2006/relationships/notesMaster" Target="/ppt/notesMasters/notesMaster1.xml" Id="R0ae4caa74dc24d01" /></Relationships>
</file>

<file path=ppt/notesSlides/_rels/notesSlide5.xml.rels>&#65279;<?xml version="1.0" encoding="utf-8"?><Relationships xmlns="http://schemas.openxmlformats.org/package/2006/relationships"><Relationship Type="http://schemas.openxmlformats.org/officeDocument/2006/relationships/slide" Target="/ppt/slides/slide5.xml" Id="R7e454b7abf214835" /><Relationship Type="http://schemas.openxmlformats.org/officeDocument/2006/relationships/notesMaster" Target="/ppt/notesMasters/notesMaster1.xml" Id="R9f9e7b39e5704531" /></Relationships>
</file>

<file path=ppt/notesSlides/_rels/notesSlide6.xml.rels>&#65279;<?xml version="1.0" encoding="utf-8"?><Relationships xmlns="http://schemas.openxmlformats.org/package/2006/relationships"><Relationship Type="http://schemas.openxmlformats.org/officeDocument/2006/relationships/slide" Target="/ppt/slides/slide6.xml" Id="R56e1a601805d4193" /><Relationship Type="http://schemas.openxmlformats.org/officeDocument/2006/relationships/notesMaster" Target="/ppt/notesMasters/notesMaster1.xml" Id="R272203bf24a24ca2" /></Relationships>
</file>

<file path=ppt/notesSlides/_rels/notesSlide7.xml.rels>&#65279;<?xml version="1.0" encoding="utf-8"?><Relationships xmlns="http://schemas.openxmlformats.org/package/2006/relationships"><Relationship Type="http://schemas.openxmlformats.org/officeDocument/2006/relationships/slide" Target="/ppt/slides/slide7.xml" Id="R52956b836595435b" /><Relationship Type="http://schemas.openxmlformats.org/officeDocument/2006/relationships/notesMaster" Target="/ppt/notesMasters/notesMaster1.xml" Id="Rae1434f5d28044d8" /></Relationships>
</file>

<file path=ppt/notesSlides/_rels/notesSlide8.xml.rels>&#65279;<?xml version="1.0" encoding="utf-8"?><Relationships xmlns="http://schemas.openxmlformats.org/package/2006/relationships"><Relationship Type="http://schemas.openxmlformats.org/officeDocument/2006/relationships/slide" Target="/ppt/slides/slide8.xml" Id="R95cf004e06cd41f7" /><Relationship Type="http://schemas.openxmlformats.org/officeDocument/2006/relationships/notesMaster" Target="/ppt/notesMasters/notesMaster1.xml" Id="R4ac17d4d6beb4f1f" /></Relationships>
</file>

<file path=ppt/notesSlides/_rels/notesSlide9.xml.rels>&#65279;<?xml version="1.0" encoding="utf-8"?><Relationships xmlns="http://schemas.openxmlformats.org/package/2006/relationships"><Relationship Type="http://schemas.openxmlformats.org/officeDocument/2006/relationships/slide" Target="/ppt/slides/slide9.xml" Id="R7e664601705a4a5b" /><Relationship Type="http://schemas.openxmlformats.org/officeDocument/2006/relationships/notesMaster" Target="/ppt/notesMasters/notesMaster1.xml" Id="R2f8f14285e6b4e7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2193deae1a047ff" /><Relationship Type="http://schemas.openxmlformats.org/officeDocument/2006/relationships/notesMaster" Target="/ppt/notesMasters/notesMaster1.xml" Id="R1c5d892feb7d4a7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INTERVENANT 1 — 1 minute — 00:00 à 01:00</a:t>
            </a:r>
          </a:p>
          <a:p xmlns:a="http://schemas.openxmlformats.org/drawingml/2006/main">
            <a:r>
              <a:t/>
            </a:r>
          </a:p>
          <a:p xmlns:a="http://schemas.openxmlformats.org/drawingml/2006/main">
            <a:r>
              <a:t>TITRE</a:t>
            </a:r>
          </a:p>
          <a:p xmlns:a="http://schemas.openxmlformats.org/drawingml/2006/main">
            <a:r>
              <a:t>Joinly</a:t>
            </a:r>
          </a:p>
          <a:p xmlns:a="http://schemas.openxmlformats.org/drawingml/2006/main">
            <a:r>
              <a:t/>
            </a:r>
          </a:p>
          <a:p xmlns:a="http://schemas.openxmlformats.org/drawingml/2006/main">
            <a:r>
              <a:t>VISUEL</a:t>
            </a:r>
          </a:p>
          <a:p xmlns:a="http://schemas.openxmlformats.org/drawingml/2006/main">
            <a:r>
              <a:t>Logo original sur fond blanc, nom du projet et durée de la réunion.</a:t>
            </a:r>
          </a:p>
          <a:p xmlns:a="http://schemas.openxmlformats.org/drawingml/2006/main">
            <a:r>
              <a:t/>
            </a:r>
          </a:p>
          <a:p xmlns:a="http://schemas.openxmlformats.org/drawingml/2006/main">
            <a:r>
              <a:t>NOTES ORALES</a:t>
            </a:r>
          </a:p>
          <a:p xmlns:a="http://schemas.openxmlformats.org/drawingml/2006/main">
            <a:r>
              <a:t>Bonjour Monsieur Yazid. Nous sommes l’équipe G1D Lab et nous vous présentons Joinly, une application web pour découvrir des activités et réserver une place afin de rencontrer des personnes autour d’un intérêt commun. Pour ce premier rendez-vous, nous souhaitons vérifier avec vous que le besoin, le périmètre et la conception correspondent à vos attentes. Nous avons déjà une base graphique et un prototype statique. Les comptes et les réservations restent à développer. Pendant dix minutes, nous allons présenter les rôles, la navigation, les écrans et les données. Nous garderons ensuite dix minutes pour vos retours, en particulier sur la première version à réaliser et les priorités à retenir.</a:t>
            </a:r>
          </a:p>
          <a:p xmlns:a="http://schemas.openxmlformats.org/drawingml/2006/main">
            <a:r>
              <a:t/>
            </a:r>
          </a:p>
          <a:p xmlns:a="http://schemas.openxmlformats.org/drawingml/2006/main">
            <a:r>
              <a:t>PRÉPARATION</a:t>
            </a:r>
          </a:p>
          <a:p xmlns:a="http://schemas.openxmlformats.org/drawingml/2006/main">
            <a:r>
              <a:t>Répartition proposée : cinq intervenants, deux diapositives consécutives chacun. Remplacer les numéros par les noms avant la répétition. Le client et le format de réunion proviennent du brief utilisateur.</a:t>
            </a:r>
          </a:p>
          <a:p xmlns:a="http://schemas.openxmlformats.org/drawingml/2006/main">
            <a:r>
              <a:t/>
            </a:r>
          </a:p>
          <a:p xmlns:a="http://schemas.openxmlformats.org/drawingml/2006/main">
            <a:r>
              <a:t>SOURCES</a:t>
            </a:r>
          </a:p>
          <a:p xmlns:a="http://schemas.openxmlformats.org/drawingml/2006/main">
            <a:r>
              <a:t>https://github.com/wabo822/G1Dlab_joinly/blob/865df9f72964251b8eabda0a308b18be70286052/README.md</a:t>
            </a:r>
          </a:p>
          <a:p xmlns:a="http://schemas.openxmlformats.org/drawingml/2006/main">
            <a:r>
              <a:t>https://github.com/wabo822/G1Dlab_joinly/blob/865df9f72964251b8eabda0a308b18be70286052/joinly_front/images/logo_site/joinly-logo.png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INTERVENANT 1 — 1 minute — 01:00 à 02:00</a:t>
            </a:r>
          </a:p>
          <a:p xmlns:a="http://schemas.openxmlformats.org/drawingml/2006/main">
            <a:r>
              <a:t/>
            </a:r>
          </a:p>
          <a:p xmlns:a="http://schemas.openxmlformats.org/drawingml/2006/main">
            <a:r>
              <a:t>TITRE</a:t>
            </a:r>
          </a:p>
          <a:p xmlns:a="http://schemas.openxmlformats.org/drawingml/2006/main">
            <a:r>
              <a:t>Contexte et besoin</a:t>
            </a:r>
          </a:p>
          <a:p xmlns:a="http://schemas.openxmlformats.org/drawingml/2006/main">
            <a:r>
              <a:t/>
            </a:r>
          </a:p>
          <a:p xmlns:a="http://schemas.openxmlformats.org/drawingml/2006/main">
            <a:r>
              <a:t>VISUEL</a:t>
            </a:r>
          </a:p>
          <a:p xmlns:a="http://schemas.openxmlformats.org/drawingml/2006/main">
            <a:r>
              <a:t>Cas d’utilisation simplifié reliant participant, activité et organisateur.</a:t>
            </a:r>
          </a:p>
          <a:p xmlns:a="http://schemas.openxmlformats.org/drawingml/2006/main">
            <a:r>
              <a:t/>
            </a:r>
          </a:p>
          <a:p xmlns:a="http://schemas.openxmlformats.org/drawingml/2006/main">
            <a:r>
              <a:t>NOTES ORALES</a:t>
            </a:r>
          </a:p>
          <a:p xmlns:a="http://schemas.openxmlformats.org/drawingml/2006/main">
            <a:r>
              <a:t>Le besoin décrit dans le dépôt concerne deux côtés d’une même rencontre. Le participant cherche une activité qui lui convient, avec une date, un lieu et une disponibilité compréhensibles. L’organisateur souhaite publier cette proposition et savoir qui vient. Joinly doit relier ces deux parcours autour d’une fiche d’événement et d’une inscription suivie. Nous proposons de commencer avec des particuliers et de petits groupes locaux. C’est une hypothèse de travail, car le dépôt évoque aussi des associations, des professionnels et des commerces sans fixer un public de lancement. Nous aimerions donc vérifier avec vous quel utilisateur doit guider la première version. Cette réponse déterminera le niveau de détail des profils et les informations à demander lors de la création d’une activité.</a:t>
            </a:r>
          </a:p>
          <a:p xmlns:a="http://schemas.openxmlformats.org/drawingml/2006/main">
            <a:r>
              <a:t/>
            </a:r>
          </a:p>
          <a:p xmlns:a="http://schemas.openxmlformats.org/drawingml/2006/main">
            <a:r>
              <a:t>SOURCES</a:t>
            </a:r>
          </a:p>
          <a:p xmlns:a="http://schemas.openxmlformats.org/drawingml/2006/main">
            <a:r>
              <a:t>https://github.com/wabo822/G1Dlab_joinly/blob/865df9f72964251b8eabda0a308b18be70286052/README.md</a:t>
            </a:r>
          </a:p>
          <a:p xmlns:a="http://schemas.openxmlformats.org/drawingml/2006/main">
            <a:r>
              <a:t>https://github.com/wabo822/G1Dlab_joinly/blob/865df9f72964251b8eabda0a308b18be70286052/joinly_front/a-propos.html</a:t>
            </a:r>
          </a:p>
          <a:p xmlns:a="http://schemas.openxmlformats.org/drawingml/2006/main">
            <a:r>
              <a:t>https://github.com/wabo822/G1Dlab_joinly/blob/865df9f72964251b8eabda0a308b18be70286052/joinly_front/index.html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INTERVENANT 2 — 1 minute — 02:00 à 03:00</a:t>
            </a:r>
          </a:p>
          <a:p xmlns:a="http://schemas.openxmlformats.org/drawingml/2006/main">
            <a:r>
              <a:t/>
            </a:r>
          </a:p>
          <a:p xmlns:a="http://schemas.openxmlformats.org/drawingml/2006/main">
            <a:r>
              <a:t>TITRE</a:t>
            </a:r>
          </a:p>
          <a:p xmlns:a="http://schemas.openxmlformats.org/drawingml/2006/main">
            <a:r>
              <a:t>Périmètre de la première version</a:t>
            </a:r>
          </a:p>
          <a:p xmlns:a="http://schemas.openxmlformats.org/drawingml/2006/main">
            <a:r>
              <a:t/>
            </a:r>
          </a:p>
          <a:p xmlns:a="http://schemas.openxmlformats.org/drawingml/2006/main">
            <a:r>
              <a:t>VISUEL</a:t>
            </a:r>
          </a:p>
          <a:p xmlns:a="http://schemas.openxmlformats.org/drawingml/2006/main">
            <a:r>
              <a:t>Comparaison en deux colonnes, quatre groupes de fonctionnalités.</a:t>
            </a:r>
          </a:p>
          <a:p xmlns:a="http://schemas.openxmlformats.org/drawingml/2006/main">
            <a:r>
              <a:t/>
            </a:r>
          </a:p>
          <a:p xmlns:a="http://schemas.openxmlformats.org/drawingml/2006/main">
            <a:r>
              <a:t>NOTES ORALES</a:t>
            </a:r>
          </a:p>
          <a:p xmlns:a="http://schemas.openxmlformats.org/drawingml/2006/main">
            <a:r>
              <a:t>Nous séparons les obligations du projet et notre proposition métier. Le README définit un socle de priorité élevée : les comptes, l’authentification, le profil, la recherche simple, la FAQ, le contact, les pages légales et leur administration. Nous le conservons intégralement. Nous proposons d’y ajouter une boucle gratuite complète, de la publication d’un événement à la réservation puis à l’annulation. La priorité de cette boucle doit encore être validée avec vous. Pour garder une première livraison réalisable, nous proposons de différer le paiement réel et les abonnements. Le responsive et la recherche avancée sont de priorité moyenne dans le README. Le chat, le forum et le multilingue sont de priorité faible. Nous ajoutons un assistant IA de priorité moyenne proposée. Le prototype appelle un modèle par API avec un prompt enrichi du contexte du projet et du profil autorisé. Il ne réalise pas de recherche documentaire. Une cible locale à poids ouverts sera qualifiée ensuite. Ce lot ne remplace pas les obligations du socle.</a:t>
            </a:r>
          </a:p>
          <a:p xmlns:a="http://schemas.openxmlformats.org/drawingml/2006/main">
            <a:r>
              <a:t/>
            </a:r>
          </a:p>
          <a:p xmlns:a="http://schemas.openxmlformats.org/drawingml/2006/main">
            <a:r>
              <a:t>SOURCES</a:t>
            </a:r>
          </a:p>
          <a:p xmlns:a="http://schemas.openxmlformats.org/drawingml/2006/main">
            <a:r>
              <a:t>https://github.com/wabo822/G1Dlab_joinly/blob/865df9f72964251b8eabda0a308b18be70286052/README.md</a:t>
            </a:r>
          </a:p>
          <a:p xmlns:a="http://schemas.openxmlformats.org/drawingml/2006/main">
            <a:r>
              <a:t>https://github.com/wabo822/G1Dlab_joinly/blob/865df9f72964251b8eabda0a308b18be70286052/joinly_front/index.html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INTERVENANT 2 — 1 minute — 03:00 à 04:00</a:t>
            </a:r>
          </a:p>
          <a:p xmlns:a="http://schemas.openxmlformats.org/drawingml/2006/main">
            <a:r>
              <a:t/>
            </a:r>
          </a:p>
          <a:p xmlns:a="http://schemas.openxmlformats.org/drawingml/2006/main">
            <a:r>
              <a:t>TITRE</a:t>
            </a:r>
          </a:p>
          <a:p xmlns:a="http://schemas.openxmlformats.org/drawingml/2006/main">
            <a:r>
              <a:t>Fonctionnalités par rôle</a:t>
            </a:r>
          </a:p>
          <a:p xmlns:a="http://schemas.openxmlformats.org/drawingml/2006/main">
            <a:r>
              <a:t/>
            </a:r>
          </a:p>
          <a:p xmlns:a="http://schemas.openxmlformats.org/drawingml/2006/main">
            <a:r>
              <a:t>VISUEL</a:t>
            </a:r>
          </a:p>
          <a:p xmlns:a="http://schemas.openxmlformats.org/drawingml/2006/main">
            <a:r>
              <a:t>Tableau éditable des quatre profils et des limites d’accès.</a:t>
            </a:r>
          </a:p>
          <a:p xmlns:a="http://schemas.openxmlformats.org/drawingml/2006/main">
            <a:r>
              <a:t/>
            </a:r>
          </a:p>
          <a:p xmlns:a="http://schemas.openxmlformats.org/drawingml/2006/main">
            <a:r>
              <a:t>NOTES ORALES</a:t>
            </a:r>
          </a:p>
          <a:p xmlns:a="http://schemas.openxmlformats.org/drawingml/2006/main">
            <a:r>
              <a:t>Nous proposons quatre niveaux d’accès. Le visiteur consulte les activités sans compte. Le participant gère son profil et ses propres réservations. L’organisateur ajoute la publication d’événements et la consultation de ses inscrits. L’administrateur gère les utilisateurs, leurs droits et les contenus obligatoires. Nous proposons qu’un organisateur reste aussi un participant, afin qu’il puisse rejoindre une activité proposée par quelqu’un d’autre. Le dépôt ne précise pas encore comment attribuer ce droit : automatiquement à l’inscription ou après validation. C’est une décision à prendre avec vous. L’assistant exploite seulement le profil autorisé et les contenus publics validés. L’administrateur valide les textes de contexte. Quel que soit le choix, le serveur devra vérifier les autorisations. Masquer un bouton dans l’interface ne suffira pas. Un membre ne doit pas pouvoir modifier l’événement d’un autre en changeant simplement un identifiant dans une requête.</a:t>
            </a:r>
          </a:p>
          <a:p xmlns:a="http://schemas.openxmlformats.org/drawingml/2006/main">
            <a:r>
              <a:t/>
            </a:r>
          </a:p>
          <a:p xmlns:a="http://schemas.openxmlformats.org/drawingml/2006/main">
            <a:r>
              <a:t>PRÉPARATION</a:t>
            </a:r>
          </a:p>
          <a:p xmlns:a="http://schemas.openxmlformats.org/drawingml/2006/main">
            <a:r>
              <a:t>La matrice des droits est une proposition de conception. Le mode d’attribution du rôle organisateur reste ouvert.</a:t>
            </a:r>
          </a:p>
          <a:p xmlns:a="http://schemas.openxmlformats.org/drawingml/2006/main">
            <a:r>
              <a:t/>
            </a:r>
          </a:p>
          <a:p xmlns:a="http://schemas.openxmlformats.org/drawingml/2006/main">
            <a:r>
              <a:t>SOURCES</a:t>
            </a:r>
          </a:p>
          <a:p xmlns:a="http://schemas.openxmlformats.org/drawingml/2006/main">
            <a:r>
              <a:t>https://github.com/wabo822/G1Dlab_joinly/blob/865df9f72964251b8eabda0a308b18be70286052/README.md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INTERVENANT 3 — 1 minute — 04:00 à 05:00</a:t>
            </a:r>
          </a:p>
          <a:p xmlns:a="http://schemas.openxmlformats.org/drawingml/2006/main">
            <a:r>
              <a:t/>
            </a:r>
          </a:p>
          <a:p xmlns:a="http://schemas.openxmlformats.org/drawingml/2006/main">
            <a:r>
              <a:t>TITRE</a:t>
            </a:r>
          </a:p>
          <a:p xmlns:a="http://schemas.openxmlformats.org/drawingml/2006/main">
            <a:r>
              <a:t>Navigation entre les pages</a:t>
            </a:r>
          </a:p>
          <a:p xmlns:a="http://schemas.openxmlformats.org/drawingml/2006/main">
            <a:r>
              <a:t/>
            </a:r>
          </a:p>
          <a:p xmlns:a="http://schemas.openxmlformats.org/drawingml/2006/main">
            <a:r>
              <a:t>VISUEL</a:t>
            </a:r>
          </a:p>
          <a:p xmlns:a="http://schemas.openxmlformats.org/drawingml/2006/main">
            <a:r>
              <a:t>Schéma éditable avec parcours public et branches après authentification.</a:t>
            </a:r>
          </a:p>
          <a:p xmlns:a="http://schemas.openxmlformats.org/drawingml/2006/main">
            <a:r>
              <a:t/>
            </a:r>
          </a:p>
          <a:p xmlns:a="http://schemas.openxmlformats.org/drawingml/2006/main">
            <a:r>
              <a:t>NOTES ORALES</a:t>
            </a:r>
          </a:p>
          <a:p xmlns:a="http://schemas.openxmlformats.org/drawingml/2006/main">
            <a:r>
              <a:t>Le parcours principal commence sur l’accueil, puis passe par le catalogue et la fiche de l’activité. La consultation reste publique. Lorsqu’une personne souhaite réserver, elle s’inscrit ou se connecte. Le serveur vérifie ensuite la disponibilité et la réservation apparaît dans son espace personnel. L’organisateur dispose d’une branche dédiée pour créer ou modifier ses événements. Le profil et les pages d’aide restent faciles à retrouver. Les pages légales et le contact sont accessibles en permanence. Ce schéma représente la navigation cible, car plusieurs liens du prototype pointent encore vers des fichiers absents. Nous devons également harmoniser les noms : la page existante s’appelle activites.html, alors que l’accueil pointe vers explore.html. Cette harmonisation évitera les liens cassés. Le chat sera accessible depuis le catalogue et l’espace personnel. Le visiteur utilise le contexte public et le membre peut autoriser ses préférences. Le chat renvoie vers les fiches, sans réserver à sa place.</a:t>
            </a:r>
          </a:p>
          <a:p xmlns:a="http://schemas.openxmlformats.org/drawingml/2006/main">
            <a:r>
              <a:t/>
            </a:r>
          </a:p>
          <a:p xmlns:a="http://schemas.openxmlformats.org/drawingml/2006/main">
            <a:r>
              <a:t>SOURCES</a:t>
            </a:r>
          </a:p>
          <a:p xmlns:a="http://schemas.openxmlformats.org/drawingml/2006/main">
            <a:r>
              <a:t>https://github.com/wabo822/G1Dlab_joinly/blob/865df9f72964251b8eabda0a308b18be70286052/joinly_front/index.html</a:t>
            </a:r>
          </a:p>
          <a:p xmlns:a="http://schemas.openxmlformats.org/drawingml/2006/main">
            <a:r>
              <a:t>https://github.com/wabo822/G1Dlab_joinly/blob/865df9f72964251b8eabda0a308b18be70286052/joinly_front/activites.html</a:t>
            </a:r>
          </a:p>
          <a:p xmlns:a="http://schemas.openxmlformats.org/drawingml/2006/main">
            <a:r>
              <a:t>https://github.com/wabo822/G1Dlab_joinly/blob/865df9f72964251b8eabda0a308b18be70286052/joinly_front/a-propos.html</a:t>
            </a:r>
          </a:p>
          <a:p xmlns:a="http://schemas.openxmlformats.org/drawingml/2006/main">
            <a:r>
              <a:t>https://github.com/wabo822/G1Dlab_joinly/blob/865df9f72964251b8eabda0a308b18be70286052/README.md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INTERVENANT 3 — 1 minute — 05:00 à 06:00</a:t>
            </a:r>
          </a:p>
          <a:p xmlns:a="http://schemas.openxmlformats.org/drawingml/2006/main">
            <a:r>
              <a:t/>
            </a:r>
          </a:p>
          <a:p xmlns:a="http://schemas.openxmlformats.org/drawingml/2006/main">
            <a:r>
              <a:t>TITRE</a:t>
            </a:r>
          </a:p>
          <a:p xmlns:a="http://schemas.openxmlformats.org/drawingml/2006/main">
            <a:r>
              <a:t>Maquette de la page d’accueil</a:t>
            </a:r>
          </a:p>
          <a:p xmlns:a="http://schemas.openxmlformats.org/drawingml/2006/main">
            <a:r>
              <a:t/>
            </a:r>
          </a:p>
          <a:p xmlns:a="http://schemas.openxmlformats.org/drawingml/2006/main">
            <a:r>
              <a:t>VISUEL</a:t>
            </a:r>
          </a:p>
          <a:p xmlns:a="http://schemas.openxmlformats.org/drawingml/2006/main">
            <a:r>
              <a:t>Recomposition éditable de l’accueil à partir des textes et composants du HTML. Ce visuel ne prétend pas être une capture du navigateur.</a:t>
            </a:r>
          </a:p>
          <a:p xmlns:a="http://schemas.openxmlformats.org/drawingml/2006/main">
            <a:r>
              <a:t/>
            </a:r>
          </a:p>
          <a:p xmlns:a="http://schemas.openxmlformats.org/drawingml/2006/main">
            <a:r>
              <a:t>NOTES ORALES</a:t>
            </a:r>
          </a:p>
          <a:p xmlns:a="http://schemas.openxmlformats.org/drawingml/2006/main">
            <a:r>
              <a:t>L’accueil existant donne déjà une direction visuelle. Il présente la proposition de Joinly, puis deux entrées : découvrir une activité ou en organiser une. Les exemples à droite rendent le service concret, tandis que la recherche permet de préciser un besoin. Cette diapositive reprend les composants et les textes du HTML dans une vue simplifiée. Il s’agit d’une recomposition, et non d’une capture du site ni d’une preuve que les fonctions sont développées. Pour la prochaine version, nous souhaitons conserver cette hiérarchie et relier chaque action à une vraie page. L’accueil est actuellement anglais, alors que les anciennes pages sont françaises. Nous proposons de choisir une langue de référence avec vous avant d’harmoniser les contenus.</a:t>
            </a:r>
          </a:p>
          <a:p xmlns:a="http://schemas.openxmlformats.org/drawingml/2006/main">
            <a:r>
              <a:t/>
            </a:r>
          </a:p>
          <a:p xmlns:a="http://schemas.openxmlformats.org/drawingml/2006/main">
            <a:r>
              <a:t>SOURCES</a:t>
            </a:r>
          </a:p>
          <a:p xmlns:a="http://schemas.openxmlformats.org/drawingml/2006/main">
            <a:r>
              <a:t>https://github.com/wabo822/G1Dlab_joinly/blob/865df9f72964251b8eabda0a308b18be70286052/joinly_front/index.html</a:t>
            </a:r>
          </a:p>
          <a:p xmlns:a="http://schemas.openxmlformats.org/drawingml/2006/main">
            <a:r>
              <a:t>https://github.com/wabo822/G1Dlab_joinly/blob/865df9f72964251b8eabda0a308b18be70286052/joinly_front/style.css</a:t>
            </a:r>
          </a:p>
          <a:p xmlns:a="http://schemas.openxmlformats.org/drawingml/2006/main">
            <a:r>
              <a:t>https://github.com/wabo822/G1Dlab_joinly/blob/865df9f72964251b8eabda0a308b18be70286052/joinly_front/images/logo_site/joinly-logo.png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INTERVENANT 4 — 1 minute — 06:00 à 07:00</a:t>
            </a:r>
          </a:p>
          <a:p xmlns:a="http://schemas.openxmlformats.org/drawingml/2006/main">
            <a:r>
              <a:t/>
            </a:r>
          </a:p>
          <a:p xmlns:a="http://schemas.openxmlformats.org/drawingml/2006/main">
            <a:r>
              <a:t>TITRE</a:t>
            </a:r>
          </a:p>
          <a:p xmlns:a="http://schemas.openxmlformats.org/drawingml/2006/main">
            <a:r>
              <a:t>Assistant IA : parcours et conception</a:t>
            </a:r>
          </a:p>
          <a:p xmlns:a="http://schemas.openxmlformats.org/drawingml/2006/main">
            <a:r>
              <a:t/>
            </a:r>
          </a:p>
          <a:p xmlns:a="http://schemas.openxmlformats.org/drawingml/2006/main">
            <a:r>
              <a:t>VISUEL</a:t>
            </a:r>
          </a:p>
          <a:p xmlns:a="http://schemas.openxmlformats.org/drawingml/2006/main">
            <a:r>
              <a:t>Wireframe du chat et description du contexte injecté, de l’API et de la cible locale.</a:t>
            </a:r>
          </a:p>
          <a:p xmlns:a="http://schemas.openxmlformats.org/drawingml/2006/main">
            <a:r>
              <a:t/>
            </a:r>
          </a:p>
          <a:p xmlns:a="http://schemas.openxmlformats.org/drawingml/2006/main">
            <a:r>
              <a:t>NOTES ORALES</a:t>
            </a:r>
          </a:p>
          <a:p xmlns:a="http://schemas.openxmlformats.org/drawingml/2006/main">
            <a:r>
              <a:t>Nous ajoutons un assistant qui répond aux questions sur Joinly, propose des activités selon les préférences autorisées et permet aussi des questions générales. Pour rester réalistes, nous ne développons pas un véritable RAG. Le serveur ajoute une courte présentation et une FAQ validées au prompt, ainsi que les préférences et une sélection filtrée d’activités. Le modèle appelé par API formule la réponse, sans entraînement. Nous utiliserons des profils fictifs pour la démonstration. Le chat ne réserve pas et ne modifie pas les données. Pour un usage réel, notre cible est un modèle à poids ouverts exécuté sur une infrastructure contrôlée par le projet. Nous devons encore valider sa licence, le matériel et la qualité. Cette cible réduit les transferts externes sans garantir à elle seule l’absence de fuite.</a:t>
            </a:r>
          </a:p>
          <a:p xmlns:a="http://schemas.openxmlformats.org/drawingml/2006/main">
            <a:r>
              <a:t/>
            </a:r>
          </a:p>
          <a:p xmlns:a="http://schemas.openxmlformats.org/drawingml/2006/main">
            <a:r>
              <a:t>PRÉPARATION</a:t>
            </a:r>
          </a:p>
          <a:p xmlns:a="http://schemas.openxmlformats.org/drawingml/2006/main">
            <a:r>
              <a:t>Ajout demandé par l’équipe le 20 octobre 2026. Priorité moyenne proposée, à valider. Aucun chatbot opérationnel n’est encore livré. Un véritable RAG serait une évolution distincte. Les profils réels et documents privés ne sont pas utilisés dans la démonstration API.</a:t>
            </a:r>
          </a:p>
          <a:p xmlns:a="http://schemas.openxmlformats.org/drawingml/2006/main">
            <a:r>
              <a:t/>
            </a:r>
          </a:p>
          <a:p xmlns:a="http://schemas.openxmlformats.org/drawingml/2006/main">
            <a:r>
              <a:t>SOURCES</a:t>
            </a:r>
          </a:p>
          <a:p xmlns:a="http://schemas.openxmlformats.org/drawingml/2006/main">
            <a:r>
              <a:t>https://github.com/wabo822/G1Dlab_joinly/blob/865df9f72964251b8eabda0a308b18be70286052/README.md</a:t>
            </a:r>
          </a:p>
          <a:p xmlns:a="http://schemas.openxmlformats.org/drawingml/2006/main">
            <a:r>
              <a:t>https://github.com/wabo822/G1Dlab_joinly/blob/865df9f72964251b8eabda0a308b18be70286052/docs/cahier-des-charges-joinly.md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INTERVENANT 4 — 1 minute — 07:00 à 08:00</a:t>
            </a:r>
          </a:p>
          <a:p xmlns:a="http://schemas.openxmlformats.org/drawingml/2006/main">
            <a:r>
              <a:t/>
            </a:r>
          </a:p>
          <a:p xmlns:a="http://schemas.openxmlformats.org/drawingml/2006/main">
            <a:r>
              <a:t>TITRE</a:t>
            </a:r>
          </a:p>
          <a:p xmlns:a="http://schemas.openxmlformats.org/drawingml/2006/main">
            <a:r>
              <a:t>Charte graphique</a:t>
            </a:r>
          </a:p>
          <a:p xmlns:a="http://schemas.openxmlformats.org/drawingml/2006/main">
            <a:r>
              <a:t/>
            </a:r>
          </a:p>
          <a:p xmlns:a="http://schemas.openxmlformats.org/drawingml/2006/main">
            <a:r>
              <a:t>VISUEL</a:t>
            </a:r>
          </a:p>
          <a:p xmlns:a="http://schemas.openxmlformats.org/drawingml/2006/main">
            <a:r>
              <a:t>Logos originaux clair et sombre, palette exacte du CSS et miniature originale de Piste A Modules.</a:t>
            </a:r>
          </a:p>
          <a:p xmlns:a="http://schemas.openxmlformats.org/drawingml/2006/main">
            <a:r>
              <a:t/>
            </a:r>
          </a:p>
          <a:p xmlns:a="http://schemas.openxmlformats.org/drawingml/2006/main">
            <a:r>
              <a:t>NOTES ORALES</a:t>
            </a:r>
          </a:p>
          <a:p xmlns:a="http://schemas.openxmlformats.org/drawingml/2006/main">
            <a:r>
              <a:t>La charte retenue pour cette présentation suit les fichiers réellement utilisés par Joinly. Le bleu sert aux actions principales, le violet et le corail apportent des accents, et le marine assure la lisibilité des textes. Le CSS prévoit Nunito pour les titres et Figtree pour le corps du texte. Pour ce support, nous utilisons Avenir Next, qui figure déjà comme police de repli dans le dépôt et qui est disponible sur notre environnement. Nous avons aussi examiné la planche Piste A Modules, son PDF et son export HTML. Elle présente une autre marque, mesura, avec une police Sora. Nous la montrons comme référence à clarifier, sans la confondre avec une maquette de Joinly. Nous souhaitons confirmer avec vous quelle identité doit faire foi.</a:t>
            </a:r>
          </a:p>
          <a:p xmlns:a="http://schemas.openxmlformats.org/drawingml/2006/main">
            <a:r>
              <a:t/>
            </a:r>
          </a:p>
          <a:p xmlns:a="http://schemas.openxmlformats.org/drawingml/2006/main">
            <a:r>
              <a:t>SOURCES</a:t>
            </a:r>
          </a:p>
          <a:p xmlns:a="http://schemas.openxmlformats.org/drawingml/2006/main">
            <a:r>
              <a:t>https://github.com/wabo822/G1Dlab_joinly/blob/865df9f72964251b8eabda0a308b18be70286052/joinly_front/style.css</a:t>
            </a:r>
          </a:p>
          <a:p xmlns:a="http://schemas.openxmlformats.org/drawingml/2006/main">
            <a:r>
              <a:t>https://github.com/wabo822/G1Dlab_joinly/blob/865df9f72964251b8eabda0a308b18be70286052/joinly_front/images/logo_site/joinly-logo.png</a:t>
            </a:r>
          </a:p>
          <a:p xmlns:a="http://schemas.openxmlformats.org/drawingml/2006/main">
            <a:r>
              <a:t>https://github.com/wabo822/G1Dlab_joinly/blob/865df9f72964251b8eabda0a308b18be70286052/joinly_front/images/logo_site/joinly-logo-light.png</a:t>
            </a:r>
          </a:p>
          <a:p xmlns:a="http://schemas.openxmlformats.org/drawingml/2006/main">
            <a:r>
              <a:t>https://github.com/wabo822/G1Dlab_joinly/blob/865df9f72964251b8eabda0a308b18be70286052/joinly_front/images/Piste%20A%20%E2%80%94%20Modules.pdf</a:t>
            </a:r>
          </a:p>
          <a:p xmlns:a="http://schemas.openxmlformats.org/drawingml/2006/main">
            <a:r>
              <a:t>https://github.com/wabo822/G1Dlab_joinly/blob/865df9f72964251b8eabda0a308b18be70286052/joinly_front/images/Piste%20A%20%E2%80%94%20Modules-html.zip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INTERVENANT 5 — 1 minute — 08:00 à 09:00</a:t>
            </a:r>
          </a:p>
          <a:p xmlns:a="http://schemas.openxmlformats.org/drawingml/2006/main">
            <a:r>
              <a:t/>
            </a:r>
          </a:p>
          <a:p xmlns:a="http://schemas.openxmlformats.org/drawingml/2006/main">
            <a:r>
              <a:t>TITRE</a:t>
            </a:r>
          </a:p>
          <a:p xmlns:a="http://schemas.openxmlformats.org/drawingml/2006/main">
            <a:r>
              <a:t>Aperçu du modèle de données</a:t>
            </a:r>
          </a:p>
          <a:p xmlns:a="http://schemas.openxmlformats.org/drawingml/2006/main">
            <a:r>
              <a:t/>
            </a:r>
          </a:p>
          <a:p xmlns:a="http://schemas.openxmlformats.org/drawingml/2006/main">
            <a:r>
              <a:t>VISUEL</a:t>
            </a:r>
          </a:p>
          <a:p xmlns:a="http://schemas.openxmlformats.org/drawingml/2006/main">
            <a:r>
              <a:t>Modèle conceptuel éditable : utilisateur, événement, réservation et catégorie, avec cardinalités.</a:t>
            </a:r>
          </a:p>
          <a:p xmlns:a="http://schemas.openxmlformats.org/drawingml/2006/main">
            <a:r>
              <a:t/>
            </a:r>
          </a:p>
          <a:p xmlns:a="http://schemas.openxmlformats.org/drawingml/2006/main">
            <a:r>
              <a:t>NOTES ORALES</a:t>
            </a:r>
          </a:p>
          <a:p xmlns:a="http://schemas.openxmlformats.org/drawingml/2006/main">
            <a:r>
              <a:t>Le modèle proposé contient quatre entités principales. L’utilisateur peut réserver plusieurs événements, et chaque réservation relie exactement un utilisateur à un événement. Chaque événement possède un organisateur et appartient à une catégorie. La réservation conserve un statut pour distinguer une inscription confirmée d’une inscription annulée. Deux règles sont centrales : empêcher une double inscription active et empêcher de dépasser la capacité. La dernière place doit donc être vérifiée et attribuée dans une même opération côté serveur. Ce modèle est une proposition, car aucun schéma de base n’est encore livré dans le dépôt. L’architecture cible décrite dans le README sépare interface, backend et base de données. Pour l’assistant, nous ajoutons des préférences facultatives et un accord d’utilisation. Le contexte fixe est un fichier versionné. Nous ne stockons pas de conversation permanente dans le prototype et n’ajoutons pas de base vectorielle. Le modèle local exigera une vérification du matériel et de l’hébergement.</a:t>
            </a:r>
          </a:p>
          <a:p xmlns:a="http://schemas.openxmlformats.org/drawingml/2006/main">
            <a:r>
              <a:t/>
            </a:r>
          </a:p>
          <a:p xmlns:a="http://schemas.openxmlformats.org/drawingml/2006/main">
            <a:r>
              <a:t>PRÉPARATION</a:t>
            </a:r>
          </a:p>
          <a:p xmlns:a="http://schemas.openxmlformats.org/drawingml/2006/main">
            <a:r>
              <a:t>Le schéma se concentre sur le métier. Les rôles, la FAQ, les pages légales et les autres contenus obligatoires devront figurer dans le modèle complet. Cardinalités : chaque réservation a exactement un utilisateur et un événement, chacun pouvant avoir zéro à plusieurs réservations.</a:t>
            </a:r>
          </a:p>
          <a:p xmlns:a="http://schemas.openxmlformats.org/drawingml/2006/main">
            <a:r>
              <a:t/>
            </a:r>
          </a:p>
          <a:p xmlns:a="http://schemas.openxmlformats.org/drawingml/2006/main">
            <a:r>
              <a:t>SOURCES</a:t>
            </a:r>
          </a:p>
          <a:p xmlns:a="http://schemas.openxmlformats.org/drawingml/2006/main">
            <a:r>
              <a:t>https://github.com/wabo822/G1Dlab_joinly/blob/865df9f72964251b8eabda0a308b18be70286052/README.md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INTERVENANT 5 — 1 minute — 09:00 à 10:00</a:t>
            </a:r>
          </a:p>
          <a:p xmlns:a="http://schemas.openxmlformats.org/drawingml/2006/main">
            <a:r>
              <a:t/>
            </a:r>
          </a:p>
          <a:p xmlns:a="http://schemas.openxmlformats.org/drawingml/2006/main">
            <a:r>
              <a:t>TITRE</a:t>
            </a:r>
          </a:p>
          <a:p xmlns:a="http://schemas.openxmlformats.org/drawingml/2006/main">
            <a:r>
              <a:t>Prochaines étapes et décisions client</a:t>
            </a:r>
          </a:p>
          <a:p xmlns:a="http://schemas.openxmlformats.org/drawingml/2006/main">
            <a:r>
              <a:t/>
            </a:r>
          </a:p>
          <a:p xmlns:a="http://schemas.openxmlformats.org/drawingml/2006/main">
            <a:r>
              <a:t>VISUEL</a:t>
            </a:r>
          </a:p>
          <a:p xmlns:a="http://schemas.openxmlformats.org/drawingml/2006/main">
            <a:r>
              <a:t>Deux colonnes : trois phases de réalisation et quatre questions d’arbitrage.</a:t>
            </a:r>
          </a:p>
          <a:p xmlns:a="http://schemas.openxmlformats.org/drawingml/2006/main">
            <a:r>
              <a:t/>
            </a:r>
          </a:p>
          <a:p xmlns:a="http://schemas.openxmlformats.org/drawingml/2006/main">
            <a:r>
              <a:t>NOTES ORALES</a:t>
            </a:r>
          </a:p>
          <a:p xmlns:a="http://schemas.openxmlformats.org/drawingml/2006/main">
            <a:r>
              <a:t>Pour avancer, nous proposons d’abord de valider le périmètre et les règles métier avec vous. Nous compléterons ensuite les écrans manquants et le modèle de données. Le développement portera sur un parcours complet, depuis la création d’un événement jusqu’à l’annulation d’une réservation, en conservant le socle pédagogique. La recette devra notamment tester les droits d’accès, les doublons et les réservations simultanées. Avant de fixer des engagements, nous confirmerons le calendrier, les technologies et la compatibilité de Hangar avec le serveur et la base. Nous ouvrons maintenant les dix minutes d’échange. Quel public souhaitez-vous privilégier ? Les inscriptions doivent-elles être immédiates ou approuvées ? La première version peut-elle rester gratuite ? Enfin, quel budget pour les appels API et quel matériel pour le modèle local ? Notre prototype repose sur le prompt engineering, avec un contexte fixe. Nous proposons de tester ce lot après le socle, puis de qualifier le modèle local avant un usage réel. Les noms des modèles et le calendrier restent à définir.</a:t>
            </a:r>
          </a:p>
          <a:p xmlns:a="http://schemas.openxmlformats.org/drawingml/2006/main">
            <a:r>
              <a:t/>
            </a:r>
          </a:p>
          <a:p xmlns:a="http://schemas.openxmlformats.org/drawingml/2006/main">
            <a:r>
              <a:t>PRÉPARATION</a:t>
            </a:r>
          </a:p>
          <a:p xmlns:a="http://schemas.openxmlformats.org/drawingml/2006/main">
            <a:r>
              <a:t>Pendant l’échange, noter pour chaque point la décision, le responsable et l’action suivante. Aucune date de livraison ni technologie n’est supposée acquise.</a:t>
            </a:r>
          </a:p>
          <a:p xmlns:a="http://schemas.openxmlformats.org/drawingml/2006/main">
            <a:r>
              <a:t/>
            </a:r>
          </a:p>
          <a:p xmlns:a="http://schemas.openxmlformats.org/drawingml/2006/main">
            <a:r>
              <a:t>SOURCES</a:t>
            </a:r>
          </a:p>
          <a:p xmlns:a="http://schemas.openxmlformats.org/drawingml/2006/main">
            <a:r>
              <a:t>https://github.com/wabo822/G1Dlab_joinly/blob/865df9f72964251b8eabda0a308b18be70286052/README.md</a:t>
            </a:r>
          </a:p>
          <a:p xmlns:a="http://schemas.openxmlformats.org/drawingml/2006/main">
            <a:r>
              <a:t>https://github.com/wabo822/G1Dlab_joinly/blob/865df9f72964251b8eabda0a308b18be70286052/joinly_front/index.html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f021dee57c54d9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18307ea183049c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ea5d70ef04248f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973af9c3621465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d1bc38f37634a4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faa8bfb6cb548f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10F4191-5CA3-4425-9C8F-E2B95BD0D6C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C86021E-662B-4B1C-B98A-7AB575B4678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559458D-E967-4FC0-9DCA-4812688694C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EEEFC3B-4B00-4AE0-A0B9-7B44D404C1A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C297845-0E18-422D-A042-E42EA9493DA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F2EC29B-FC49-451F-8A76-0D435E8BA1C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0DF1D23-2EA8-44A1-9787-368DA07AC77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137F4CA-F560-4690-91C8-2CD56B0B0C2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2300642-183F-4C99-8228-DB4666C7A78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8A05B8C-6361-4AE7-BC8B-472777DB38F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5ff20c0c9554cc1" /><Relationship Type="http://schemas.openxmlformats.org/officeDocument/2006/relationships/slideLayout" Target="/ppt/slideLayouts/slideLayout1.xml" Id="R6c0ea2f5fd1e4259" /><Relationship Type="http://schemas.openxmlformats.org/officeDocument/2006/relationships/slideLayout" Target="/ppt/slideLayouts/slideLayout2.xml" Id="Rb661f6d186704840" /><Relationship Type="http://schemas.openxmlformats.org/officeDocument/2006/relationships/slideLayout" Target="/ppt/slideLayouts/slideLayout3.xml" Id="R0a7c4006e7ab48e5" /><Relationship Type="http://schemas.openxmlformats.org/officeDocument/2006/relationships/slideLayout" Target="/ppt/slideLayouts/slideLayout4.xml" Id="R99b6e388035f40e0" /><Relationship Type="http://schemas.openxmlformats.org/officeDocument/2006/relationships/slideLayout" Target="/ppt/slideLayouts/slideLayout5.xml" Id="Rb5f1ea4597fe4409" /><Relationship Type="http://schemas.openxmlformats.org/officeDocument/2006/relationships/slideLayout" Target="/ppt/slideLayouts/slideLayout6.xml" Id="Rb0568db57ecd419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c0ea2f5fd1e4259"/>
    <p:sldLayoutId xmlns:r="http://schemas.openxmlformats.org/officeDocument/2006/relationships" id="2147483650" r:id="Rb661f6d186704840"/>
    <p:sldLayoutId xmlns:r="http://schemas.openxmlformats.org/officeDocument/2006/relationships" id="2147483651" r:id="R0a7c4006e7ab48e5"/>
    <p:sldLayoutId xmlns:r="http://schemas.openxmlformats.org/officeDocument/2006/relationships" id="2147483652" r:id="R99b6e388035f40e0"/>
    <p:sldLayoutId xmlns:r="http://schemas.openxmlformats.org/officeDocument/2006/relationships" id="2147483653" r:id="Rb5f1ea4597fe4409"/>
    <p:sldLayoutId xmlns:r="http://schemas.openxmlformats.org/officeDocument/2006/relationships" id="2147483654" r:id="Rb0568db57ecd419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f8dbf6eda1e4766" /><Relationship Type="http://schemas.openxmlformats.org/officeDocument/2006/relationships/image" Target="/ppt/media/image.png" Id="R59e2641e41a44183" /><Relationship Type="http://schemas.openxmlformats.org/officeDocument/2006/relationships/notesSlide" Target="/ppt/notesSlides/notesSlide1.xml" Id="Rb54f55680bb142d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71a1aeca99d44d2" /><Relationship Type="http://schemas.openxmlformats.org/officeDocument/2006/relationships/notesSlide" Target="/ppt/notesSlides/notesSlide2.xml" Id="R2c109f12f32941c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dece54c1a6d4c44" /><Relationship Type="http://schemas.openxmlformats.org/officeDocument/2006/relationships/notesSlide" Target="/ppt/notesSlides/notesSlide3.xml" Id="R71ca8414605e4c8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0ed5ec91a5445f4" /><Relationship Type="http://schemas.openxmlformats.org/officeDocument/2006/relationships/notesSlide" Target="/ppt/notesSlides/notesSlide4.xml" Id="R14a8886dfb94427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7341939972141b1" /><Relationship Type="http://schemas.openxmlformats.org/officeDocument/2006/relationships/notesSlide" Target="/ppt/notesSlides/notesSlide5.xml" Id="R5123e28f45cc434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560a7ee659b4c63" /><Relationship Type="http://schemas.openxmlformats.org/officeDocument/2006/relationships/image" Target="/ppt/media/image2.png" Id="R2fa60019e0ec4167" /><Relationship Type="http://schemas.openxmlformats.org/officeDocument/2006/relationships/notesSlide" Target="/ppt/notesSlides/notesSlide6.xml" Id="Rbcba74800a324bb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8a33ca5ebe243ce" /><Relationship Type="http://schemas.openxmlformats.org/officeDocument/2006/relationships/notesSlide" Target="/ppt/notesSlides/notesSlide7.xml" Id="Ra57801f911ed4aa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f0d937d4cf7456c" /><Relationship Type="http://schemas.openxmlformats.org/officeDocument/2006/relationships/image" Target="/ppt/media/image3.png" Id="R20231310c375489c" /><Relationship Type="http://schemas.openxmlformats.org/officeDocument/2006/relationships/image" Target="/ppt/media/image4.png" Id="Ra156be0a1483492d" /><Relationship Type="http://schemas.openxmlformats.org/officeDocument/2006/relationships/image" Target="/ppt/media/image5.png" Id="Rf5870eb58dee496f" /><Relationship Type="http://schemas.openxmlformats.org/officeDocument/2006/relationships/notesSlide" Target="/ppt/notesSlides/notesSlide8.xml" Id="R7f667340ad9d48a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102cfd912374b6e" /><Relationship Type="http://schemas.openxmlformats.org/officeDocument/2006/relationships/notesSlide" Target="/ppt/notesSlides/notesSlide9.xml" Id="R57b14c5e964c47a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d36a92086ed49cb" /><Relationship Type="http://schemas.openxmlformats.org/officeDocument/2006/relationships/notesSlide" Target="/ppt/notesSlides/notesSlide10.xml" Id="R007d6c60d5e74cb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AF375F55-353D-4E33-A892-9B456DBA1271}"/>
              </a:ext>
            </a:extLst>
          </p:cNvPr>
          <p:cNvPicPr>
            <a:picLocks xmlns:a="http://schemas.openxmlformats.org/drawingml/2006/main" noChangeAspect="1"/>
          </p:cNvPicPr>
          <p:nvPr/>
        </p:nvPicPr>
        <p:blipFill>
          <a:blip xmlns:r="http://schemas.openxmlformats.org/officeDocument/2006/relationships" xmlns:a="http://schemas.openxmlformats.org/drawingml/2006/main" r:embed="R59e2641e41a44183"/>
          <a:stretch xmlns:a="http://schemas.openxmlformats.org/drawingml/2006/main"/>
        </p:blipFill>
        <p:spPr>
          <a:xfrm xmlns:a="http://schemas.openxmlformats.org/drawingml/2006/main">
            <a:off x="666750" y="953872"/>
            <a:ext cx="6953250" cy="2121331"/>
          </a:xfrm>
          <a:prstGeom xmlns:a="http://schemas.openxmlformats.org/drawingml/2006/main" prst="rect">
            <a:avLst/>
          </a:prstGeom>
        </p:spPr>
      </p:pic>
      <p:sp>
        <p:nvSpPr>
          <p:cNvPr id="2" name="Spécifications et conception">
            <a:extLst xmlns:a="http://schemas.openxmlformats.org/drawingml/2006/main">
              <a:ext uri="{FF2B5EF4-FFF2-40B4-BE49-F238E27FC236}">
                <a16:creationId xmlns:a16="http://schemas.microsoft.com/office/drawing/2014/main" id="{A2BB69D0-65E5-45E1-9B39-71D0F008B1D5}"/>
              </a:ext>
            </a:extLst>
          </p:cNvPr>
          <p:cNvSpPr>
            <a:spLocks xmlns:a="http://schemas.openxmlformats.org/drawingml/2006/main" noGrp="1"/>
          </p:cNvSpPr>
          <p:nvPr/>
        </p:nvSpPr>
        <p:spPr>
          <a:xfrm xmlns:a="http://schemas.openxmlformats.org/drawingml/2006/main">
            <a:off x="685800" y="3619500"/>
            <a:ext cx="1028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600" b="1">
                <a:solidFill>
                  <a:srgbClr val="111738"/>
                </a:solidFill>
                <a:latin typeface="Avenir Next"/>
                <a:ea typeface="Avenir Next"/>
                <a:cs typeface="Avenir Next"/>
              </a:defRPr>
            </a:defPPr>
            <a:lvl1pPr algn="l">
              <a:defRPr sz="3600" b="1">
                <a:solidFill>
                  <a:srgbClr val="111738"/>
                </a:solidFill>
                <a:latin typeface="Avenir Next"/>
                <a:ea typeface="Avenir Next"/>
                <a:cs typeface="Avenir Next"/>
              </a:defRPr>
            </a:lvl1pPr>
            <a:lvl2pPr algn="l">
              <a:defRPr sz="3600" b="1">
                <a:solidFill>
                  <a:srgbClr val="111738"/>
                </a:solidFill>
                <a:latin typeface="Avenir Next"/>
                <a:ea typeface="Avenir Next"/>
                <a:cs typeface="Avenir Next"/>
              </a:defRPr>
            </a:lvl2pPr>
            <a:lvl3pPr algn="l">
              <a:defRPr sz="3600" b="1">
                <a:solidFill>
                  <a:srgbClr val="111738"/>
                </a:solidFill>
                <a:latin typeface="Avenir Next"/>
                <a:ea typeface="Avenir Next"/>
                <a:cs typeface="Avenir Next"/>
              </a:defRPr>
            </a:lvl3pPr>
            <a:lvl4pPr algn="l">
              <a:defRPr sz="3600" b="1">
                <a:solidFill>
                  <a:srgbClr val="111738"/>
                </a:solidFill>
                <a:latin typeface="Avenir Next"/>
                <a:ea typeface="Avenir Next"/>
                <a:cs typeface="Avenir Next"/>
              </a:defRPr>
            </a:lvl4pPr>
            <a:lvl5pPr algn="l">
              <a:defRPr sz="3600" b="1">
                <a:solidFill>
                  <a:srgbClr val="111738"/>
                </a:solidFill>
                <a:latin typeface="Avenir Next"/>
                <a:ea typeface="Avenir Next"/>
                <a:cs typeface="Avenir Next"/>
              </a:defRPr>
            </a:lvl5pPr>
            <a:lvl6pPr algn="l">
              <a:defRPr sz="3600" b="1">
                <a:solidFill>
                  <a:srgbClr val="111738"/>
                </a:solidFill>
                <a:latin typeface="Avenir Next"/>
                <a:ea typeface="Avenir Next"/>
                <a:cs typeface="Avenir Next"/>
              </a:defRPr>
            </a:lvl6pPr>
            <a:lvl7pPr algn="l">
              <a:defRPr sz="3600" b="1">
                <a:solidFill>
                  <a:srgbClr val="111738"/>
                </a:solidFill>
                <a:latin typeface="Avenir Next"/>
                <a:ea typeface="Avenir Next"/>
                <a:cs typeface="Avenir Next"/>
              </a:defRPr>
            </a:lvl7pPr>
            <a:lvl8pPr algn="l">
              <a:defRPr sz="3600" b="1">
                <a:solidFill>
                  <a:srgbClr val="111738"/>
                </a:solidFill>
                <a:latin typeface="Avenir Next"/>
                <a:ea typeface="Avenir Next"/>
                <a:cs typeface="Avenir Next"/>
              </a:defRPr>
            </a:lvl8pPr>
            <a:lvl9pPr algn="l">
              <a:defRPr sz="3600" b="1">
                <a:solidFill>
                  <a:srgbClr val="111738"/>
                </a:solidFill>
                <a:latin typeface="Avenir Next"/>
                <a:ea typeface="Avenir Next"/>
                <a:cs typeface="Avenir Next"/>
              </a:defRPr>
            </a:lvl9pPr>
          </a:lstStyle>
          <a:p xmlns:a="http://schemas.openxmlformats.org/drawingml/2006/main">
            <a:pPr algn="l">
              <a:defRPr sz="3600" b="1">
                <a:solidFill>
                  <a:srgbClr val="111738"/>
                </a:solidFill>
                <a:latin typeface="Avenir Next"/>
                <a:ea typeface="Avenir Next"/>
                <a:cs typeface="Avenir Next"/>
              </a:defRPr>
            </a:pPr>
            <a:r>
              <a:rPr sz="3600" b="1">
                <a:solidFill>
                  <a:srgbClr val="111738"/>
                </a:solidFill>
                <a:latin typeface="Avenir Next"/>
                <a:ea typeface="Avenir Next"/>
                <a:cs typeface="Avenir Next"/>
              </a:rPr>
              <a:t>Spécifications et conception</a:t>
            </a:r>
          </a:p>
        </p:txBody>
      </p:sp>
      <p:sp>
        <p:nvSpPr>
          <p:cNvPr id="3" name="Premier rendez-vous client APP">
            <a:extLst xmlns:a="http://schemas.openxmlformats.org/drawingml/2006/main">
              <a:ext uri="{FF2B5EF4-FFF2-40B4-BE49-F238E27FC236}">
                <a16:creationId xmlns:a16="http://schemas.microsoft.com/office/drawing/2014/main" id="{57C97553-9BFD-4B51-A187-F01247EA137D}"/>
              </a:ext>
            </a:extLst>
          </p:cNvPr>
          <p:cNvSpPr>
            <a:spLocks xmlns:a="http://schemas.openxmlformats.org/drawingml/2006/main" noGrp="1"/>
          </p:cNvSpPr>
          <p:nvPr/>
        </p:nvSpPr>
        <p:spPr>
          <a:xfrm xmlns:a="http://schemas.openxmlformats.org/drawingml/2006/main">
            <a:off x="714375" y="4410075"/>
            <a:ext cx="952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0">
                <a:solidFill>
                  <a:srgbClr val="454A66"/>
                </a:solidFill>
                <a:latin typeface="Avenir Next"/>
                <a:ea typeface="Avenir Next"/>
                <a:cs typeface="Avenir Next"/>
              </a:defRPr>
            </a:defPPr>
            <a:lvl1pPr algn="l">
              <a:defRPr sz="2175" b="0">
                <a:solidFill>
                  <a:srgbClr val="454A66"/>
                </a:solidFill>
                <a:latin typeface="Avenir Next"/>
                <a:ea typeface="Avenir Next"/>
                <a:cs typeface="Avenir Next"/>
              </a:defRPr>
            </a:lvl1pPr>
            <a:lvl2pPr algn="l">
              <a:defRPr sz="2175" b="0">
                <a:solidFill>
                  <a:srgbClr val="454A66"/>
                </a:solidFill>
                <a:latin typeface="Avenir Next"/>
                <a:ea typeface="Avenir Next"/>
                <a:cs typeface="Avenir Next"/>
              </a:defRPr>
            </a:lvl2pPr>
            <a:lvl3pPr algn="l">
              <a:defRPr sz="2175" b="0">
                <a:solidFill>
                  <a:srgbClr val="454A66"/>
                </a:solidFill>
                <a:latin typeface="Avenir Next"/>
                <a:ea typeface="Avenir Next"/>
                <a:cs typeface="Avenir Next"/>
              </a:defRPr>
            </a:lvl3pPr>
            <a:lvl4pPr algn="l">
              <a:defRPr sz="2175" b="0">
                <a:solidFill>
                  <a:srgbClr val="454A66"/>
                </a:solidFill>
                <a:latin typeface="Avenir Next"/>
                <a:ea typeface="Avenir Next"/>
                <a:cs typeface="Avenir Next"/>
              </a:defRPr>
            </a:lvl4pPr>
            <a:lvl5pPr algn="l">
              <a:defRPr sz="2175" b="0">
                <a:solidFill>
                  <a:srgbClr val="454A66"/>
                </a:solidFill>
                <a:latin typeface="Avenir Next"/>
                <a:ea typeface="Avenir Next"/>
                <a:cs typeface="Avenir Next"/>
              </a:defRPr>
            </a:lvl5pPr>
            <a:lvl6pPr algn="l">
              <a:defRPr sz="2175" b="0">
                <a:solidFill>
                  <a:srgbClr val="454A66"/>
                </a:solidFill>
                <a:latin typeface="Avenir Next"/>
                <a:ea typeface="Avenir Next"/>
                <a:cs typeface="Avenir Next"/>
              </a:defRPr>
            </a:lvl6pPr>
            <a:lvl7pPr algn="l">
              <a:defRPr sz="2175" b="0">
                <a:solidFill>
                  <a:srgbClr val="454A66"/>
                </a:solidFill>
                <a:latin typeface="Avenir Next"/>
                <a:ea typeface="Avenir Next"/>
                <a:cs typeface="Avenir Next"/>
              </a:defRPr>
            </a:lvl7pPr>
            <a:lvl8pPr algn="l">
              <a:defRPr sz="2175" b="0">
                <a:solidFill>
                  <a:srgbClr val="454A66"/>
                </a:solidFill>
                <a:latin typeface="Avenir Next"/>
                <a:ea typeface="Avenir Next"/>
                <a:cs typeface="Avenir Next"/>
              </a:defRPr>
            </a:lvl8pPr>
            <a:lvl9pPr algn="l">
              <a:defRPr sz="2175" b="0">
                <a:solidFill>
                  <a:srgbClr val="454A66"/>
                </a:solidFill>
                <a:latin typeface="Avenir Next"/>
                <a:ea typeface="Avenir Next"/>
                <a:cs typeface="Avenir Next"/>
              </a:defRPr>
            </a:lvl9pPr>
          </a:lstStyle>
          <a:p xmlns:a="http://schemas.openxmlformats.org/drawingml/2006/main">
            <a:pPr algn="l">
              <a:defRPr sz="2175" b="0">
                <a:solidFill>
                  <a:srgbClr val="454A66"/>
                </a:solidFill>
                <a:latin typeface="Avenir Next"/>
                <a:ea typeface="Avenir Next"/>
                <a:cs typeface="Avenir Next"/>
              </a:defRPr>
            </a:pPr>
            <a:r>
              <a:rPr sz="2175" b="0">
                <a:solidFill>
                  <a:srgbClr val="454A66"/>
                </a:solidFill>
                <a:latin typeface="Avenir Next"/>
                <a:ea typeface="Avenir Next"/>
                <a:cs typeface="Avenir Next"/>
              </a:rPr>
              <a:t>Premier rendez-vous client APP</a:t>
            </a:r>
          </a:p>
        </p:txBody>
      </p:sp>
      <p:sp>
        <p:nvSpPr>
          <p:cNvPr id="4" name="Équipe G1D Lab">
            <a:extLst xmlns:a="http://schemas.openxmlformats.org/drawingml/2006/main">
              <a:ext uri="{FF2B5EF4-FFF2-40B4-BE49-F238E27FC236}">
                <a16:creationId xmlns:a16="http://schemas.microsoft.com/office/drawing/2014/main" id="{D0A5D04F-46AF-48E5-9E61-7AC668068043}"/>
              </a:ext>
            </a:extLst>
          </p:cNvPr>
          <p:cNvSpPr>
            <a:spLocks xmlns:a="http://schemas.openxmlformats.org/drawingml/2006/main" noGrp="1"/>
          </p:cNvSpPr>
          <p:nvPr/>
        </p:nvSpPr>
        <p:spPr>
          <a:xfrm xmlns:a="http://schemas.openxmlformats.org/drawingml/2006/main">
            <a:off x="714375" y="521970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066FA"/>
                </a:solidFill>
                <a:latin typeface="Avenir Next"/>
                <a:ea typeface="Avenir Next"/>
                <a:cs typeface="Avenir Next"/>
              </a:defRPr>
            </a:defPPr>
            <a:lvl1pPr algn="l">
              <a:defRPr sz="1875" b="1">
                <a:solidFill>
                  <a:srgbClr val="2066FA"/>
                </a:solidFill>
                <a:latin typeface="Avenir Next"/>
                <a:ea typeface="Avenir Next"/>
                <a:cs typeface="Avenir Next"/>
              </a:defRPr>
            </a:lvl1pPr>
            <a:lvl2pPr algn="l">
              <a:defRPr sz="1875" b="1">
                <a:solidFill>
                  <a:srgbClr val="2066FA"/>
                </a:solidFill>
                <a:latin typeface="Avenir Next"/>
                <a:ea typeface="Avenir Next"/>
                <a:cs typeface="Avenir Next"/>
              </a:defRPr>
            </a:lvl2pPr>
            <a:lvl3pPr algn="l">
              <a:defRPr sz="1875" b="1">
                <a:solidFill>
                  <a:srgbClr val="2066FA"/>
                </a:solidFill>
                <a:latin typeface="Avenir Next"/>
                <a:ea typeface="Avenir Next"/>
                <a:cs typeface="Avenir Next"/>
              </a:defRPr>
            </a:lvl3pPr>
            <a:lvl4pPr algn="l">
              <a:defRPr sz="1875" b="1">
                <a:solidFill>
                  <a:srgbClr val="2066FA"/>
                </a:solidFill>
                <a:latin typeface="Avenir Next"/>
                <a:ea typeface="Avenir Next"/>
                <a:cs typeface="Avenir Next"/>
              </a:defRPr>
            </a:lvl4pPr>
            <a:lvl5pPr algn="l">
              <a:defRPr sz="1875" b="1">
                <a:solidFill>
                  <a:srgbClr val="2066FA"/>
                </a:solidFill>
                <a:latin typeface="Avenir Next"/>
                <a:ea typeface="Avenir Next"/>
                <a:cs typeface="Avenir Next"/>
              </a:defRPr>
            </a:lvl5pPr>
            <a:lvl6pPr algn="l">
              <a:defRPr sz="1875" b="1">
                <a:solidFill>
                  <a:srgbClr val="2066FA"/>
                </a:solidFill>
                <a:latin typeface="Avenir Next"/>
                <a:ea typeface="Avenir Next"/>
                <a:cs typeface="Avenir Next"/>
              </a:defRPr>
            </a:lvl6pPr>
            <a:lvl7pPr algn="l">
              <a:defRPr sz="1875" b="1">
                <a:solidFill>
                  <a:srgbClr val="2066FA"/>
                </a:solidFill>
                <a:latin typeface="Avenir Next"/>
                <a:ea typeface="Avenir Next"/>
                <a:cs typeface="Avenir Next"/>
              </a:defRPr>
            </a:lvl7pPr>
            <a:lvl8pPr algn="l">
              <a:defRPr sz="1875" b="1">
                <a:solidFill>
                  <a:srgbClr val="2066FA"/>
                </a:solidFill>
                <a:latin typeface="Avenir Next"/>
                <a:ea typeface="Avenir Next"/>
                <a:cs typeface="Avenir Next"/>
              </a:defRPr>
            </a:lvl8pPr>
            <a:lvl9pPr algn="l">
              <a:defRPr sz="1875" b="1">
                <a:solidFill>
                  <a:srgbClr val="2066FA"/>
                </a:solidFill>
                <a:latin typeface="Avenir Next"/>
                <a:ea typeface="Avenir Next"/>
                <a:cs typeface="Avenir Next"/>
              </a:defRPr>
            </a:lvl9pPr>
          </a:lstStyle>
          <a:p xmlns:a="http://schemas.openxmlformats.org/drawingml/2006/main">
            <a:pPr algn="l">
              <a:defRPr sz="1875" b="1">
                <a:solidFill>
                  <a:srgbClr val="2066FA"/>
                </a:solidFill>
                <a:latin typeface="Avenir Next"/>
                <a:ea typeface="Avenir Next"/>
                <a:cs typeface="Avenir Next"/>
              </a:defRPr>
            </a:pPr>
            <a:r>
              <a:rPr sz="1875" b="1">
                <a:solidFill>
                  <a:srgbClr val="2066FA"/>
                </a:solidFill>
                <a:latin typeface="Avenir Next"/>
                <a:ea typeface="Avenir Next"/>
                <a:cs typeface="Avenir Next"/>
              </a:rPr>
              <a:t>Équipe G1D Lab</a:t>
            </a:r>
          </a:p>
        </p:txBody>
      </p:sp>
      <p:sp>
        <p:nvSpPr>
          <p:cNvPr id="5" name="ISEP  •  M. Hedi YAZID">
            <a:extLst xmlns:a="http://schemas.openxmlformats.org/drawingml/2006/main">
              <a:ext uri="{FF2B5EF4-FFF2-40B4-BE49-F238E27FC236}">
                <a16:creationId xmlns:a16="http://schemas.microsoft.com/office/drawing/2014/main" id="{B9BF4D97-945C-416A-AF2B-11F8183617C1}"/>
              </a:ext>
            </a:extLst>
          </p:cNvPr>
          <p:cNvSpPr>
            <a:spLocks xmlns:a="http://schemas.openxmlformats.org/drawingml/2006/main" noGrp="1"/>
          </p:cNvSpPr>
          <p:nvPr/>
        </p:nvSpPr>
        <p:spPr>
          <a:xfrm xmlns:a="http://schemas.openxmlformats.org/drawingml/2006/main">
            <a:off x="714375" y="5629275"/>
            <a:ext cx="723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454A66"/>
                </a:solidFill>
                <a:latin typeface="Avenir Next"/>
                <a:ea typeface="Avenir Next"/>
                <a:cs typeface="Avenir Next"/>
              </a:defRPr>
            </a:defPPr>
            <a:lvl1pPr algn="l">
              <a:defRPr sz="1725" b="0">
                <a:solidFill>
                  <a:srgbClr val="454A66"/>
                </a:solidFill>
                <a:latin typeface="Avenir Next"/>
                <a:ea typeface="Avenir Next"/>
                <a:cs typeface="Avenir Next"/>
              </a:defRPr>
            </a:lvl1pPr>
            <a:lvl2pPr algn="l">
              <a:defRPr sz="1725" b="0">
                <a:solidFill>
                  <a:srgbClr val="454A66"/>
                </a:solidFill>
                <a:latin typeface="Avenir Next"/>
                <a:ea typeface="Avenir Next"/>
                <a:cs typeface="Avenir Next"/>
              </a:defRPr>
            </a:lvl2pPr>
            <a:lvl3pPr algn="l">
              <a:defRPr sz="1725" b="0">
                <a:solidFill>
                  <a:srgbClr val="454A66"/>
                </a:solidFill>
                <a:latin typeface="Avenir Next"/>
                <a:ea typeface="Avenir Next"/>
                <a:cs typeface="Avenir Next"/>
              </a:defRPr>
            </a:lvl3pPr>
            <a:lvl4pPr algn="l">
              <a:defRPr sz="1725" b="0">
                <a:solidFill>
                  <a:srgbClr val="454A66"/>
                </a:solidFill>
                <a:latin typeface="Avenir Next"/>
                <a:ea typeface="Avenir Next"/>
                <a:cs typeface="Avenir Next"/>
              </a:defRPr>
            </a:lvl4pPr>
            <a:lvl5pPr algn="l">
              <a:defRPr sz="1725" b="0">
                <a:solidFill>
                  <a:srgbClr val="454A66"/>
                </a:solidFill>
                <a:latin typeface="Avenir Next"/>
                <a:ea typeface="Avenir Next"/>
                <a:cs typeface="Avenir Next"/>
              </a:defRPr>
            </a:lvl5pPr>
            <a:lvl6pPr algn="l">
              <a:defRPr sz="1725" b="0">
                <a:solidFill>
                  <a:srgbClr val="454A66"/>
                </a:solidFill>
                <a:latin typeface="Avenir Next"/>
                <a:ea typeface="Avenir Next"/>
                <a:cs typeface="Avenir Next"/>
              </a:defRPr>
            </a:lvl6pPr>
            <a:lvl7pPr algn="l">
              <a:defRPr sz="1725" b="0">
                <a:solidFill>
                  <a:srgbClr val="454A66"/>
                </a:solidFill>
                <a:latin typeface="Avenir Next"/>
                <a:ea typeface="Avenir Next"/>
                <a:cs typeface="Avenir Next"/>
              </a:defRPr>
            </a:lvl7pPr>
            <a:lvl8pPr algn="l">
              <a:defRPr sz="1725" b="0">
                <a:solidFill>
                  <a:srgbClr val="454A66"/>
                </a:solidFill>
                <a:latin typeface="Avenir Next"/>
                <a:ea typeface="Avenir Next"/>
                <a:cs typeface="Avenir Next"/>
              </a:defRPr>
            </a:lvl8pPr>
            <a:lvl9pPr algn="l">
              <a:defRPr sz="1725" b="0">
                <a:solidFill>
                  <a:srgbClr val="454A66"/>
                </a:solidFill>
                <a:latin typeface="Avenir Next"/>
                <a:ea typeface="Avenir Next"/>
                <a:cs typeface="Avenir Next"/>
              </a:defRPr>
            </a:lvl9pPr>
          </a:lstStyle>
          <a:p xmlns:a="http://schemas.openxmlformats.org/drawingml/2006/main">
            <a:pPr algn="l">
              <a:defRPr sz="1725" b="0">
                <a:solidFill>
                  <a:srgbClr val="454A66"/>
                </a:solidFill>
                <a:latin typeface="Avenir Next"/>
                <a:ea typeface="Avenir Next"/>
                <a:cs typeface="Avenir Next"/>
              </a:defRPr>
            </a:pPr>
            <a:r>
              <a:rPr sz="1725" b="0">
                <a:solidFill>
                  <a:srgbClr val="454A66"/>
                </a:solidFill>
                <a:latin typeface="Avenir Next"/>
                <a:ea typeface="Avenir Next"/>
                <a:cs typeface="Avenir Next"/>
              </a:rPr>
              <a:t>ISEP  •  M. Hedi YAZID</a:t>
            </a:r>
          </a:p>
        </p:txBody>
      </p:sp>
      <p:sp>
        <p:nvSpPr>
          <p:cNvPr id="6" name="10 min de présentation&#10;10 min d’échange">
            <a:extLst xmlns:a="http://schemas.openxmlformats.org/drawingml/2006/main">
              <a:ext uri="{FF2B5EF4-FFF2-40B4-BE49-F238E27FC236}">
                <a16:creationId xmlns:a16="http://schemas.microsoft.com/office/drawing/2014/main" id="{51A7E479-D880-4613-A526-407DC136405A}"/>
              </a:ext>
            </a:extLst>
          </p:cNvPr>
          <p:cNvSpPr>
            <a:spLocks xmlns:a="http://schemas.openxmlformats.org/drawingml/2006/main" noGrp="1"/>
          </p:cNvSpPr>
          <p:nvPr/>
        </p:nvSpPr>
        <p:spPr>
          <a:xfrm xmlns:a="http://schemas.openxmlformats.org/drawingml/2006/main">
            <a:off x="8982075" y="5219700"/>
            <a:ext cx="2524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725" b="0">
                <a:solidFill>
                  <a:srgbClr val="454A66"/>
                </a:solidFill>
                <a:latin typeface="Avenir Next"/>
                <a:ea typeface="Avenir Next"/>
                <a:cs typeface="Avenir Next"/>
              </a:defRPr>
            </a:defPPr>
            <a:lvl1pPr algn="r">
              <a:defRPr sz="1725" b="0">
                <a:solidFill>
                  <a:srgbClr val="454A66"/>
                </a:solidFill>
                <a:latin typeface="Avenir Next"/>
                <a:ea typeface="Avenir Next"/>
                <a:cs typeface="Avenir Next"/>
              </a:defRPr>
            </a:lvl1pPr>
            <a:lvl2pPr algn="r">
              <a:defRPr sz="1725" b="0">
                <a:solidFill>
                  <a:srgbClr val="454A66"/>
                </a:solidFill>
                <a:latin typeface="Avenir Next"/>
                <a:ea typeface="Avenir Next"/>
                <a:cs typeface="Avenir Next"/>
              </a:defRPr>
            </a:lvl2pPr>
            <a:lvl3pPr algn="r">
              <a:defRPr sz="1725" b="0">
                <a:solidFill>
                  <a:srgbClr val="454A66"/>
                </a:solidFill>
                <a:latin typeface="Avenir Next"/>
                <a:ea typeface="Avenir Next"/>
                <a:cs typeface="Avenir Next"/>
              </a:defRPr>
            </a:lvl3pPr>
            <a:lvl4pPr algn="r">
              <a:defRPr sz="1725" b="0">
                <a:solidFill>
                  <a:srgbClr val="454A66"/>
                </a:solidFill>
                <a:latin typeface="Avenir Next"/>
                <a:ea typeface="Avenir Next"/>
                <a:cs typeface="Avenir Next"/>
              </a:defRPr>
            </a:lvl4pPr>
            <a:lvl5pPr algn="r">
              <a:defRPr sz="1725" b="0">
                <a:solidFill>
                  <a:srgbClr val="454A66"/>
                </a:solidFill>
                <a:latin typeface="Avenir Next"/>
                <a:ea typeface="Avenir Next"/>
                <a:cs typeface="Avenir Next"/>
              </a:defRPr>
            </a:lvl5pPr>
            <a:lvl6pPr algn="r">
              <a:defRPr sz="1725" b="0">
                <a:solidFill>
                  <a:srgbClr val="454A66"/>
                </a:solidFill>
                <a:latin typeface="Avenir Next"/>
                <a:ea typeface="Avenir Next"/>
                <a:cs typeface="Avenir Next"/>
              </a:defRPr>
            </a:lvl6pPr>
            <a:lvl7pPr algn="r">
              <a:defRPr sz="1725" b="0">
                <a:solidFill>
                  <a:srgbClr val="454A66"/>
                </a:solidFill>
                <a:latin typeface="Avenir Next"/>
                <a:ea typeface="Avenir Next"/>
                <a:cs typeface="Avenir Next"/>
              </a:defRPr>
            </a:lvl7pPr>
            <a:lvl8pPr algn="r">
              <a:defRPr sz="1725" b="0">
                <a:solidFill>
                  <a:srgbClr val="454A66"/>
                </a:solidFill>
                <a:latin typeface="Avenir Next"/>
                <a:ea typeface="Avenir Next"/>
                <a:cs typeface="Avenir Next"/>
              </a:defRPr>
            </a:lvl8pPr>
            <a:lvl9pPr algn="r">
              <a:defRPr sz="1725" b="0">
                <a:solidFill>
                  <a:srgbClr val="454A66"/>
                </a:solidFill>
                <a:latin typeface="Avenir Next"/>
                <a:ea typeface="Avenir Next"/>
                <a:cs typeface="Avenir Next"/>
              </a:defRPr>
            </a:lvl9pPr>
          </a:lstStyle>
          <a:p xmlns:a="http://schemas.openxmlformats.org/drawingml/2006/main">
            <a:pPr algn="r">
              <a:defRPr sz="1725" b="0">
                <a:solidFill>
                  <a:srgbClr val="454A66"/>
                </a:solidFill>
                <a:latin typeface="Avenir Next"/>
                <a:ea typeface="Avenir Next"/>
                <a:cs typeface="Avenir Next"/>
              </a:defRPr>
            </a:pPr>
            <a:r>
              <a:rPr sz="1725" b="0">
                <a:solidFill>
                  <a:srgbClr val="454A66"/>
                </a:solidFill>
                <a:latin typeface="Avenir Next"/>
                <a:ea typeface="Avenir Next"/>
                <a:cs typeface="Avenir Next"/>
              </a:rPr>
              <a:t>10 min de présentation</a:t>
            </a:r>
          </a:p>
          <a:p xmlns:a="http://schemas.openxmlformats.org/drawingml/2006/main">
            <a:pPr algn="r">
              <a:defRPr sz="1725" b="0">
                <a:solidFill>
                  <a:srgbClr val="454A66"/>
                </a:solidFill>
                <a:latin typeface="Avenir Next"/>
                <a:ea typeface="Avenir Next"/>
                <a:cs typeface="Avenir Next"/>
              </a:defRPr>
            </a:pPr>
            <a:r>
              <a:rPr sz="1725" b="0">
                <a:solidFill>
                  <a:srgbClr val="454A66"/>
                </a:solidFill>
                <a:latin typeface="Avenir Next"/>
                <a:ea typeface="Avenir Next"/>
                <a:cs typeface="Avenir Next"/>
              </a:rPr>
              <a:t>10 min d’échange</a:t>
            </a:r>
          </a:p>
        </p:txBody>
      </p:sp>
    </p:spTree>
    <p:extLst>
      <p:ext uri="{BB962C8B-B14F-4D97-AF65-F5344CB8AC3E}">
        <p14:creationId xmlns:p14="http://schemas.microsoft.com/office/powerpoint/2010/main" val="63692366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44674FF4-E21C-45F9-AB42-F477D9E8F4C7}"/>
              </a:ext>
            </a:extLst>
          </p:cNvPr>
          <p:cNvCxnSpPr>
            <a:stCxn xmlns:a="http://schemas.openxmlformats.org/drawingml/2006/main" id="7" idx="1"/>
            <a:endCxn xmlns:a="http://schemas.openxmlformats.org/drawingml/2006/main" id="6" idx="3"/>
          </p:cNvCxnSpPr>
          <p:nvPr/>
        </p:nvCxnSpPr>
        <p:spPr>
          <a:xfrm xmlns:a="http://schemas.openxmlformats.org/drawingml/2006/main" flipH="1">
            <a:off x="7524750" y="2686050"/>
            <a:ext cx="1095375" cy="0"/>
          </a:xfrm>
          <a:prstGeom xmlns:a="http://schemas.openxmlformats.org/drawingml/2006/main" prst="straightConnector1">
            <a:avLst/>
          </a:prstGeom>
          <a:ln xmlns:a="http://schemas.openxmlformats.org/drawingml/2006/main" w="19050">
            <a:solidFill>
              <a:srgbClr val="8B62F4"/>
            </a:solidFill>
            <a:prstDash val="solid"/>
            <a:tailEnd type="triangle" w="sm" len="sm"/>
          </a:ln>
        </p:spPr>
      </p:cxnSp>
      <p:cxnSp>
        <p:nvCxnSpPr>
          <p:cNvPr id="8" name="">
            <a:extLst xmlns:a="http://schemas.openxmlformats.org/drawingml/2006/main">
              <a:ext uri="{FF2B5EF4-FFF2-40B4-BE49-F238E27FC236}">
                <a16:creationId xmlns:a16="http://schemas.microsoft.com/office/drawing/2014/main" id="{63DD7353-2052-48DE-ADA6-F6681EDCD356}"/>
              </a:ext>
            </a:extLst>
          </p:cNvPr>
          <p:cNvCxnSpPr>
            <a:stCxn xmlns:a="http://schemas.openxmlformats.org/drawingml/2006/main" id="5" idx="3"/>
            <a:endCxn xmlns:a="http://schemas.openxmlformats.org/drawingml/2006/main" id="6" idx="1"/>
          </p:cNvCxnSpPr>
          <p:nvPr/>
        </p:nvCxnSpPr>
        <p:spPr>
          <a:xfrm xmlns:a="http://schemas.openxmlformats.org/drawingml/2006/main">
            <a:off x="3571875" y="2686050"/>
            <a:ext cx="1095375" cy="0"/>
          </a:xfrm>
          <a:prstGeom xmlns:a="http://schemas.openxmlformats.org/drawingml/2006/main" prst="straightConnector1">
            <a:avLst/>
          </a:prstGeom>
          <a:ln xmlns:a="http://schemas.openxmlformats.org/drawingml/2006/main" w="19050">
            <a:solidFill>
              <a:srgbClr val="2066FA"/>
            </a:solidFill>
            <a:prstDash val="solid"/>
            <a:tailEnd type="triangle" w="sm" len="sm"/>
          </a:ln>
        </p:spPr>
      </p:cxnSp>
      <p:sp>
        <p:nvSpPr>
          <p:cNvPr id="16" name="Contexte et besoin">
            <a:extLst xmlns:a="http://schemas.openxmlformats.org/drawingml/2006/main">
              <a:ext uri="{FF2B5EF4-FFF2-40B4-BE49-F238E27FC236}">
                <a16:creationId xmlns:a16="http://schemas.microsoft.com/office/drawing/2014/main" id="{6A4E6833-C555-4C03-A2EC-C873749D583A}"/>
              </a:ext>
            </a:extLst>
          </p:cNvPr>
          <p:cNvSpPr>
            <a:spLocks xmlns:a="http://schemas.openxmlformats.org/drawingml/2006/main" noGrp="1"/>
          </p:cNvSpPr>
          <p:nvPr/>
        </p:nvSpPr>
        <p:spPr>
          <a:xfrm xmlns:a="http://schemas.openxmlformats.org/drawingml/2006/main">
            <a:off x="609600" y="42862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1738"/>
                </a:solidFill>
                <a:latin typeface="Avenir Next"/>
                <a:ea typeface="Avenir Next"/>
                <a:cs typeface="Avenir Next"/>
              </a:defRPr>
            </a:defPPr>
            <a:lvl1pPr algn="l">
              <a:defRPr sz="3300" b="1">
                <a:solidFill>
                  <a:srgbClr val="111738"/>
                </a:solidFill>
                <a:latin typeface="Avenir Next"/>
                <a:ea typeface="Avenir Next"/>
                <a:cs typeface="Avenir Next"/>
              </a:defRPr>
            </a:lvl1pPr>
            <a:lvl2pPr algn="l">
              <a:defRPr sz="3300" b="1">
                <a:solidFill>
                  <a:srgbClr val="111738"/>
                </a:solidFill>
                <a:latin typeface="Avenir Next"/>
                <a:ea typeface="Avenir Next"/>
                <a:cs typeface="Avenir Next"/>
              </a:defRPr>
            </a:lvl2pPr>
            <a:lvl3pPr algn="l">
              <a:defRPr sz="3300" b="1">
                <a:solidFill>
                  <a:srgbClr val="111738"/>
                </a:solidFill>
                <a:latin typeface="Avenir Next"/>
                <a:ea typeface="Avenir Next"/>
                <a:cs typeface="Avenir Next"/>
              </a:defRPr>
            </a:lvl3pPr>
            <a:lvl4pPr algn="l">
              <a:defRPr sz="3300" b="1">
                <a:solidFill>
                  <a:srgbClr val="111738"/>
                </a:solidFill>
                <a:latin typeface="Avenir Next"/>
                <a:ea typeface="Avenir Next"/>
                <a:cs typeface="Avenir Next"/>
              </a:defRPr>
            </a:lvl4pPr>
            <a:lvl5pPr algn="l">
              <a:defRPr sz="3300" b="1">
                <a:solidFill>
                  <a:srgbClr val="111738"/>
                </a:solidFill>
                <a:latin typeface="Avenir Next"/>
                <a:ea typeface="Avenir Next"/>
                <a:cs typeface="Avenir Next"/>
              </a:defRPr>
            </a:lvl5pPr>
            <a:lvl6pPr algn="l">
              <a:defRPr sz="3300" b="1">
                <a:solidFill>
                  <a:srgbClr val="111738"/>
                </a:solidFill>
                <a:latin typeface="Avenir Next"/>
                <a:ea typeface="Avenir Next"/>
                <a:cs typeface="Avenir Next"/>
              </a:defRPr>
            </a:lvl6pPr>
            <a:lvl7pPr algn="l">
              <a:defRPr sz="3300" b="1">
                <a:solidFill>
                  <a:srgbClr val="111738"/>
                </a:solidFill>
                <a:latin typeface="Avenir Next"/>
                <a:ea typeface="Avenir Next"/>
                <a:cs typeface="Avenir Next"/>
              </a:defRPr>
            </a:lvl7pPr>
            <a:lvl8pPr algn="l">
              <a:defRPr sz="3300" b="1">
                <a:solidFill>
                  <a:srgbClr val="111738"/>
                </a:solidFill>
                <a:latin typeface="Avenir Next"/>
                <a:ea typeface="Avenir Next"/>
                <a:cs typeface="Avenir Next"/>
              </a:defRPr>
            </a:lvl8pPr>
            <a:lvl9pPr algn="l">
              <a:defRPr sz="3300" b="1">
                <a:solidFill>
                  <a:srgbClr val="111738"/>
                </a:solidFill>
                <a:latin typeface="Avenir Next"/>
                <a:ea typeface="Avenir Next"/>
                <a:cs typeface="Avenir Next"/>
              </a:defRPr>
            </a:lvl9pPr>
          </a:lstStyle>
          <a:p xmlns:a="http://schemas.openxmlformats.org/drawingml/2006/main">
            <a:pPr algn="l">
              <a:defRPr sz="3300" b="1">
                <a:solidFill>
                  <a:srgbClr val="111738"/>
                </a:solidFill>
                <a:latin typeface="Avenir Next"/>
                <a:ea typeface="Avenir Next"/>
                <a:cs typeface="Avenir Next"/>
              </a:defRPr>
            </a:pPr>
            <a:r>
              <a:rPr sz="3300" b="1">
                <a:solidFill>
                  <a:srgbClr val="111738"/>
                </a:solidFill>
                <a:latin typeface="Avenir Next"/>
                <a:ea typeface="Avenir Next"/>
                <a:cs typeface="Avenir Next"/>
              </a:rPr>
              <a:t>Contexte et besoin</a:t>
            </a:r>
          </a:p>
        </p:txBody>
      </p:sp>
      <p:sp>
        <p:nvSpPr>
          <p:cNvPr id="2" name="Trouver une activité et organiser les insc">
            <a:extLst xmlns:a="http://schemas.openxmlformats.org/drawingml/2006/main">
              <a:ext uri="{FF2B5EF4-FFF2-40B4-BE49-F238E27FC236}">
                <a16:creationId xmlns:a16="http://schemas.microsoft.com/office/drawing/2014/main" id="{3AF88568-3C36-4A49-BF10-A7DE58E09C6B}"/>
              </a:ext>
            </a:extLst>
          </p:cNvPr>
          <p:cNvSpPr>
            <a:spLocks xmlns:a="http://schemas.openxmlformats.org/drawingml/2006/main" noGrp="1"/>
          </p:cNvSpPr>
          <p:nvPr/>
        </p:nvSpPr>
        <p:spPr>
          <a:xfrm xmlns:a="http://schemas.openxmlformats.org/drawingml/2006/main">
            <a:off x="609600" y="1190625"/>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454A66"/>
                </a:solidFill>
                <a:latin typeface="Avenir Next"/>
                <a:ea typeface="Avenir Next"/>
                <a:cs typeface="Avenir Next"/>
              </a:defRPr>
            </a:defPPr>
            <a:lvl1pPr algn="l">
              <a:defRPr sz="1725" b="0">
                <a:solidFill>
                  <a:srgbClr val="454A66"/>
                </a:solidFill>
                <a:latin typeface="Avenir Next"/>
                <a:ea typeface="Avenir Next"/>
                <a:cs typeface="Avenir Next"/>
              </a:defRPr>
            </a:lvl1pPr>
            <a:lvl2pPr algn="l">
              <a:defRPr sz="1725" b="0">
                <a:solidFill>
                  <a:srgbClr val="454A66"/>
                </a:solidFill>
                <a:latin typeface="Avenir Next"/>
                <a:ea typeface="Avenir Next"/>
                <a:cs typeface="Avenir Next"/>
              </a:defRPr>
            </a:lvl2pPr>
            <a:lvl3pPr algn="l">
              <a:defRPr sz="1725" b="0">
                <a:solidFill>
                  <a:srgbClr val="454A66"/>
                </a:solidFill>
                <a:latin typeface="Avenir Next"/>
                <a:ea typeface="Avenir Next"/>
                <a:cs typeface="Avenir Next"/>
              </a:defRPr>
            </a:lvl3pPr>
            <a:lvl4pPr algn="l">
              <a:defRPr sz="1725" b="0">
                <a:solidFill>
                  <a:srgbClr val="454A66"/>
                </a:solidFill>
                <a:latin typeface="Avenir Next"/>
                <a:ea typeface="Avenir Next"/>
                <a:cs typeface="Avenir Next"/>
              </a:defRPr>
            </a:lvl4pPr>
            <a:lvl5pPr algn="l">
              <a:defRPr sz="1725" b="0">
                <a:solidFill>
                  <a:srgbClr val="454A66"/>
                </a:solidFill>
                <a:latin typeface="Avenir Next"/>
                <a:ea typeface="Avenir Next"/>
                <a:cs typeface="Avenir Next"/>
              </a:defRPr>
            </a:lvl5pPr>
            <a:lvl6pPr algn="l">
              <a:defRPr sz="1725" b="0">
                <a:solidFill>
                  <a:srgbClr val="454A66"/>
                </a:solidFill>
                <a:latin typeface="Avenir Next"/>
                <a:ea typeface="Avenir Next"/>
                <a:cs typeface="Avenir Next"/>
              </a:defRPr>
            </a:lvl6pPr>
            <a:lvl7pPr algn="l">
              <a:defRPr sz="1725" b="0">
                <a:solidFill>
                  <a:srgbClr val="454A66"/>
                </a:solidFill>
                <a:latin typeface="Avenir Next"/>
                <a:ea typeface="Avenir Next"/>
                <a:cs typeface="Avenir Next"/>
              </a:defRPr>
            </a:lvl7pPr>
            <a:lvl8pPr algn="l">
              <a:defRPr sz="1725" b="0">
                <a:solidFill>
                  <a:srgbClr val="454A66"/>
                </a:solidFill>
                <a:latin typeface="Avenir Next"/>
                <a:ea typeface="Avenir Next"/>
                <a:cs typeface="Avenir Next"/>
              </a:defRPr>
            </a:lvl8pPr>
            <a:lvl9pPr algn="l">
              <a:defRPr sz="1725" b="0">
                <a:solidFill>
                  <a:srgbClr val="454A66"/>
                </a:solidFill>
                <a:latin typeface="Avenir Next"/>
                <a:ea typeface="Avenir Next"/>
                <a:cs typeface="Avenir Next"/>
              </a:defRPr>
            </a:lvl9pPr>
          </a:lstStyle>
          <a:p xmlns:a="http://schemas.openxmlformats.org/drawingml/2006/main">
            <a:pPr algn="l">
              <a:defRPr sz="1725" b="0">
                <a:solidFill>
                  <a:srgbClr val="454A66"/>
                </a:solidFill>
                <a:latin typeface="Avenir Next"/>
                <a:ea typeface="Avenir Next"/>
                <a:cs typeface="Avenir Next"/>
              </a:defRPr>
            </a:pPr>
            <a:r>
              <a:rPr sz="1725" b="0">
                <a:solidFill>
                  <a:srgbClr val="454A66"/>
                </a:solidFill>
                <a:latin typeface="Avenir Next"/>
                <a:ea typeface="Avenir Next"/>
                <a:cs typeface="Avenir Next"/>
              </a:rPr>
              <a:t>Trouver une activité et organiser les inscriptions au même endroit</a:t>
            </a:r>
          </a:p>
        </p:txBody>
      </p:sp>
      <p:sp>
        <p:nvSpPr>
          <p:cNvPr id="3" name="G1D Lab  /  APP ISEP">
            <a:extLst xmlns:a="http://schemas.openxmlformats.org/drawingml/2006/main">
              <a:ext uri="{FF2B5EF4-FFF2-40B4-BE49-F238E27FC236}">
                <a16:creationId xmlns:a16="http://schemas.microsoft.com/office/drawing/2014/main" id="{B25A2086-5FA4-4C21-8892-C02075427168}"/>
              </a:ext>
            </a:extLst>
          </p:cNvPr>
          <p:cNvSpPr>
            <a:spLocks xmlns:a="http://schemas.openxmlformats.org/drawingml/2006/main" noGrp="1"/>
          </p:cNvSpPr>
          <p:nvPr/>
        </p:nvSpPr>
        <p:spPr>
          <a:xfrm xmlns:a="http://schemas.openxmlformats.org/drawingml/2006/main">
            <a:off x="609600" y="6448425"/>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454A66"/>
                </a:solidFill>
                <a:latin typeface="Avenir Next"/>
                <a:ea typeface="Avenir Next"/>
                <a:cs typeface="Avenir Next"/>
              </a:defRPr>
            </a:defPPr>
            <a:lvl1pPr algn="l">
              <a:defRPr sz="1125" b="0">
                <a:solidFill>
                  <a:srgbClr val="454A66"/>
                </a:solidFill>
                <a:latin typeface="Avenir Next"/>
                <a:ea typeface="Avenir Next"/>
                <a:cs typeface="Avenir Next"/>
              </a:defRPr>
            </a:lvl1pPr>
            <a:lvl2pPr algn="l">
              <a:defRPr sz="1125" b="0">
                <a:solidFill>
                  <a:srgbClr val="454A66"/>
                </a:solidFill>
                <a:latin typeface="Avenir Next"/>
                <a:ea typeface="Avenir Next"/>
                <a:cs typeface="Avenir Next"/>
              </a:defRPr>
            </a:lvl2pPr>
            <a:lvl3pPr algn="l">
              <a:defRPr sz="1125" b="0">
                <a:solidFill>
                  <a:srgbClr val="454A66"/>
                </a:solidFill>
                <a:latin typeface="Avenir Next"/>
                <a:ea typeface="Avenir Next"/>
                <a:cs typeface="Avenir Next"/>
              </a:defRPr>
            </a:lvl3pPr>
            <a:lvl4pPr algn="l">
              <a:defRPr sz="1125" b="0">
                <a:solidFill>
                  <a:srgbClr val="454A66"/>
                </a:solidFill>
                <a:latin typeface="Avenir Next"/>
                <a:ea typeface="Avenir Next"/>
                <a:cs typeface="Avenir Next"/>
              </a:defRPr>
            </a:lvl4pPr>
            <a:lvl5pPr algn="l">
              <a:defRPr sz="1125" b="0">
                <a:solidFill>
                  <a:srgbClr val="454A66"/>
                </a:solidFill>
                <a:latin typeface="Avenir Next"/>
                <a:ea typeface="Avenir Next"/>
                <a:cs typeface="Avenir Next"/>
              </a:defRPr>
            </a:lvl5pPr>
            <a:lvl6pPr algn="l">
              <a:defRPr sz="1125" b="0">
                <a:solidFill>
                  <a:srgbClr val="454A66"/>
                </a:solidFill>
                <a:latin typeface="Avenir Next"/>
                <a:ea typeface="Avenir Next"/>
                <a:cs typeface="Avenir Next"/>
              </a:defRPr>
            </a:lvl6pPr>
            <a:lvl7pPr algn="l">
              <a:defRPr sz="1125" b="0">
                <a:solidFill>
                  <a:srgbClr val="454A66"/>
                </a:solidFill>
                <a:latin typeface="Avenir Next"/>
                <a:ea typeface="Avenir Next"/>
                <a:cs typeface="Avenir Next"/>
              </a:defRPr>
            </a:lvl7pPr>
            <a:lvl8pPr algn="l">
              <a:defRPr sz="1125" b="0">
                <a:solidFill>
                  <a:srgbClr val="454A66"/>
                </a:solidFill>
                <a:latin typeface="Avenir Next"/>
                <a:ea typeface="Avenir Next"/>
                <a:cs typeface="Avenir Next"/>
              </a:defRPr>
            </a:lvl8pPr>
            <a:lvl9pPr algn="l">
              <a:defRPr sz="1125" b="0">
                <a:solidFill>
                  <a:srgbClr val="454A66"/>
                </a:solidFill>
                <a:latin typeface="Avenir Next"/>
                <a:ea typeface="Avenir Next"/>
                <a:cs typeface="Avenir Next"/>
              </a:defRPr>
            </a:lvl9pPr>
          </a:lstStyle>
          <a:p xmlns:a="http://schemas.openxmlformats.org/drawingml/2006/main">
            <a:pPr algn="l">
              <a:defRPr sz="1125" b="0">
                <a:solidFill>
                  <a:srgbClr val="454A66"/>
                </a:solidFill>
                <a:latin typeface="Avenir Next"/>
                <a:ea typeface="Avenir Next"/>
                <a:cs typeface="Avenir Next"/>
              </a:defRPr>
            </a:pPr>
            <a:r>
              <a:rPr sz="1125" b="0">
                <a:solidFill>
                  <a:srgbClr val="454A66"/>
                </a:solidFill>
                <a:latin typeface="Avenir Next"/>
                <a:ea typeface="Avenir Next"/>
                <a:cs typeface="Avenir Next"/>
              </a:rPr>
              <a:t>G1D Lab  /  APP ISEP</a:t>
            </a:r>
          </a:p>
        </p:txBody>
      </p:sp>
      <p:sp>
        <p:nvSpPr>
          <p:cNvPr id="4" name="02">
            <a:extLst xmlns:a="http://schemas.openxmlformats.org/drawingml/2006/main">
              <a:ext uri="{FF2B5EF4-FFF2-40B4-BE49-F238E27FC236}">
                <a16:creationId xmlns:a16="http://schemas.microsoft.com/office/drawing/2014/main" id="{5A65C8EE-4FFA-4FE5-B379-7935702D5639}"/>
              </a:ext>
            </a:extLst>
          </p:cNvPr>
          <p:cNvSpPr>
            <a:spLocks xmlns:a="http://schemas.openxmlformats.org/drawingml/2006/main" noGrp="1"/>
          </p:cNvSpPr>
          <p:nvPr/>
        </p:nvSpPr>
        <p:spPr>
          <a:xfrm xmlns:a="http://schemas.openxmlformats.org/drawingml/2006/main">
            <a:off x="10953750" y="641985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75" b="0">
                <a:solidFill>
                  <a:srgbClr val="454A66"/>
                </a:solidFill>
                <a:latin typeface="Avenir Next"/>
                <a:ea typeface="Avenir Next"/>
                <a:cs typeface="Avenir Next"/>
              </a:defRPr>
            </a:defPPr>
            <a:lvl1pPr algn="r">
              <a:defRPr sz="1275" b="0">
                <a:solidFill>
                  <a:srgbClr val="454A66"/>
                </a:solidFill>
                <a:latin typeface="Avenir Next"/>
                <a:ea typeface="Avenir Next"/>
                <a:cs typeface="Avenir Next"/>
              </a:defRPr>
            </a:lvl1pPr>
            <a:lvl2pPr algn="r">
              <a:defRPr sz="1275" b="0">
                <a:solidFill>
                  <a:srgbClr val="454A66"/>
                </a:solidFill>
                <a:latin typeface="Avenir Next"/>
                <a:ea typeface="Avenir Next"/>
                <a:cs typeface="Avenir Next"/>
              </a:defRPr>
            </a:lvl2pPr>
            <a:lvl3pPr algn="r">
              <a:defRPr sz="1275" b="0">
                <a:solidFill>
                  <a:srgbClr val="454A66"/>
                </a:solidFill>
                <a:latin typeface="Avenir Next"/>
                <a:ea typeface="Avenir Next"/>
                <a:cs typeface="Avenir Next"/>
              </a:defRPr>
            </a:lvl3pPr>
            <a:lvl4pPr algn="r">
              <a:defRPr sz="1275" b="0">
                <a:solidFill>
                  <a:srgbClr val="454A66"/>
                </a:solidFill>
                <a:latin typeface="Avenir Next"/>
                <a:ea typeface="Avenir Next"/>
                <a:cs typeface="Avenir Next"/>
              </a:defRPr>
            </a:lvl4pPr>
            <a:lvl5pPr algn="r">
              <a:defRPr sz="1275" b="0">
                <a:solidFill>
                  <a:srgbClr val="454A66"/>
                </a:solidFill>
                <a:latin typeface="Avenir Next"/>
                <a:ea typeface="Avenir Next"/>
                <a:cs typeface="Avenir Next"/>
              </a:defRPr>
            </a:lvl5pPr>
            <a:lvl6pPr algn="r">
              <a:defRPr sz="1275" b="0">
                <a:solidFill>
                  <a:srgbClr val="454A66"/>
                </a:solidFill>
                <a:latin typeface="Avenir Next"/>
                <a:ea typeface="Avenir Next"/>
                <a:cs typeface="Avenir Next"/>
              </a:defRPr>
            </a:lvl6pPr>
            <a:lvl7pPr algn="r">
              <a:defRPr sz="1275" b="0">
                <a:solidFill>
                  <a:srgbClr val="454A66"/>
                </a:solidFill>
                <a:latin typeface="Avenir Next"/>
                <a:ea typeface="Avenir Next"/>
                <a:cs typeface="Avenir Next"/>
              </a:defRPr>
            </a:lvl7pPr>
            <a:lvl8pPr algn="r">
              <a:defRPr sz="1275" b="0">
                <a:solidFill>
                  <a:srgbClr val="454A66"/>
                </a:solidFill>
                <a:latin typeface="Avenir Next"/>
                <a:ea typeface="Avenir Next"/>
                <a:cs typeface="Avenir Next"/>
              </a:defRPr>
            </a:lvl8pPr>
            <a:lvl9pPr algn="r">
              <a:defRPr sz="1275" b="0">
                <a:solidFill>
                  <a:srgbClr val="454A66"/>
                </a:solidFill>
                <a:latin typeface="Avenir Next"/>
                <a:ea typeface="Avenir Next"/>
                <a:cs typeface="Avenir Next"/>
              </a:defRPr>
            </a:lvl9pPr>
          </a:lstStyle>
          <a:p xmlns:a="http://schemas.openxmlformats.org/drawingml/2006/main">
            <a:pPr algn="r">
              <a:defRPr sz="1275" b="0">
                <a:solidFill>
                  <a:srgbClr val="454A66"/>
                </a:solidFill>
                <a:latin typeface="Avenir Next"/>
                <a:ea typeface="Avenir Next"/>
                <a:cs typeface="Avenir Next"/>
              </a:defRPr>
            </a:pPr>
            <a:r>
              <a:rPr sz="1275" b="0">
                <a:solidFill>
                  <a:srgbClr val="454A66"/>
                </a:solidFill>
                <a:latin typeface="Avenir Next"/>
                <a:ea typeface="Avenir Next"/>
                <a:cs typeface="Avenir Next"/>
              </a:rPr>
              <a:t>02</a:t>
            </a:r>
          </a:p>
        </p:txBody>
      </p:sp>
      <p:sp>
        <p:nvSpPr>
          <p:cNvPr id="5" name="Participant">
            <a:extLst xmlns:a="http://schemas.openxmlformats.org/drawingml/2006/main">
              <a:ext uri="{FF2B5EF4-FFF2-40B4-BE49-F238E27FC236}">
                <a16:creationId xmlns:a16="http://schemas.microsoft.com/office/drawing/2014/main" id="{A93E8687-889B-4631-A038-4F4A54247F0D}"/>
              </a:ext>
            </a:extLst>
          </p:cNvPr>
          <p:cNvSpPr>
            <a:spLocks xmlns:a="http://schemas.openxmlformats.org/drawingml/2006/main" noGrp="1"/>
          </p:cNvSpPr>
          <p:nvPr/>
        </p:nvSpPr>
        <p:spPr>
          <a:xfrm xmlns:a="http://schemas.openxmlformats.org/drawingml/2006/main">
            <a:off x="714375" y="2276475"/>
            <a:ext cx="2857500" cy="819150"/>
          </a:xfrm>
          <a:prstGeom xmlns:a="http://schemas.openxmlformats.org/drawingml/2006/main" prst="roundRect">
            <a:avLst>
              <a:gd name="adj" fmla="val 13953"/>
            </a:avLst>
          </a:prstGeom>
          <a:solidFill xmlns:a="http://schemas.openxmlformats.org/drawingml/2006/main">
            <a:srgbClr val="E8F0FF"/>
          </a:solidFill>
          <a:ln xmlns:a="http://schemas.openxmlformats.org/drawingml/2006/main" w="11430">
            <a:solidFill>
              <a:srgbClr val="2066FA"/>
            </a:solidFill>
          </a:ln>
        </p:spPr>
        <p:txBody>
          <a:bodyPr xmlns:a="http://schemas.openxmlformats.org/drawingml/2006/main" wrap="square" lIns="114300" tIns="114300" rIns="114300" bIns="114300" anchor="ctr">
            <a:noAutofit/>
          </a:bodyPr>
          <a:lstStyle xmlns:a="http://schemas.openxmlformats.org/drawingml/2006/main">
            <a:defPPr algn="ctr">
              <a:defRPr sz="2325" b="1">
                <a:solidFill>
                  <a:srgbClr val="111738"/>
                </a:solidFill>
                <a:latin typeface="Avenir Next"/>
                <a:ea typeface="Avenir Next"/>
                <a:cs typeface="Avenir Next"/>
              </a:defRPr>
            </a:defPPr>
            <a:lvl1pPr algn="ctr">
              <a:defRPr sz="2325" b="1">
                <a:solidFill>
                  <a:srgbClr val="111738"/>
                </a:solidFill>
                <a:latin typeface="Avenir Next"/>
                <a:ea typeface="Avenir Next"/>
                <a:cs typeface="Avenir Next"/>
              </a:defRPr>
            </a:lvl1pPr>
            <a:lvl2pPr algn="ctr">
              <a:defRPr sz="2325" b="1">
                <a:solidFill>
                  <a:srgbClr val="111738"/>
                </a:solidFill>
                <a:latin typeface="Avenir Next"/>
                <a:ea typeface="Avenir Next"/>
                <a:cs typeface="Avenir Next"/>
              </a:defRPr>
            </a:lvl2pPr>
            <a:lvl3pPr algn="ctr">
              <a:defRPr sz="2325" b="1">
                <a:solidFill>
                  <a:srgbClr val="111738"/>
                </a:solidFill>
                <a:latin typeface="Avenir Next"/>
                <a:ea typeface="Avenir Next"/>
                <a:cs typeface="Avenir Next"/>
              </a:defRPr>
            </a:lvl3pPr>
            <a:lvl4pPr algn="ctr">
              <a:defRPr sz="2325" b="1">
                <a:solidFill>
                  <a:srgbClr val="111738"/>
                </a:solidFill>
                <a:latin typeface="Avenir Next"/>
                <a:ea typeface="Avenir Next"/>
                <a:cs typeface="Avenir Next"/>
              </a:defRPr>
            </a:lvl4pPr>
            <a:lvl5pPr algn="ctr">
              <a:defRPr sz="2325" b="1">
                <a:solidFill>
                  <a:srgbClr val="111738"/>
                </a:solidFill>
                <a:latin typeface="Avenir Next"/>
                <a:ea typeface="Avenir Next"/>
                <a:cs typeface="Avenir Next"/>
              </a:defRPr>
            </a:lvl5pPr>
            <a:lvl6pPr algn="ctr">
              <a:defRPr sz="2325" b="1">
                <a:solidFill>
                  <a:srgbClr val="111738"/>
                </a:solidFill>
                <a:latin typeface="Avenir Next"/>
                <a:ea typeface="Avenir Next"/>
                <a:cs typeface="Avenir Next"/>
              </a:defRPr>
            </a:lvl6pPr>
            <a:lvl7pPr algn="ctr">
              <a:defRPr sz="2325" b="1">
                <a:solidFill>
                  <a:srgbClr val="111738"/>
                </a:solidFill>
                <a:latin typeface="Avenir Next"/>
                <a:ea typeface="Avenir Next"/>
                <a:cs typeface="Avenir Next"/>
              </a:defRPr>
            </a:lvl7pPr>
            <a:lvl8pPr algn="ctr">
              <a:defRPr sz="2325" b="1">
                <a:solidFill>
                  <a:srgbClr val="111738"/>
                </a:solidFill>
                <a:latin typeface="Avenir Next"/>
                <a:ea typeface="Avenir Next"/>
                <a:cs typeface="Avenir Next"/>
              </a:defRPr>
            </a:lvl8pPr>
            <a:lvl9pPr algn="ctr">
              <a:defRPr sz="2325" b="1">
                <a:solidFill>
                  <a:srgbClr val="111738"/>
                </a:solidFill>
                <a:latin typeface="Avenir Next"/>
                <a:ea typeface="Avenir Next"/>
                <a:cs typeface="Avenir Next"/>
              </a:defRPr>
            </a:lvl9pPr>
          </a:lstStyle>
          <a:p xmlns:a="http://schemas.openxmlformats.org/drawingml/2006/main">
            <a:pPr algn="ctr">
              <a:defRPr sz="2325" b="1">
                <a:solidFill>
                  <a:srgbClr val="111738"/>
                </a:solidFill>
                <a:latin typeface="Avenir Next"/>
                <a:ea typeface="Avenir Next"/>
                <a:cs typeface="Avenir Next"/>
              </a:defRPr>
            </a:pPr>
            <a:r>
              <a:rPr sz="2325" b="1">
                <a:solidFill>
                  <a:srgbClr val="111738"/>
                </a:solidFill>
                <a:latin typeface="Avenir Next"/>
                <a:ea typeface="Avenir Next"/>
                <a:cs typeface="Avenir Next"/>
              </a:rPr>
              <a:t>Participant</a:t>
            </a:r>
          </a:p>
        </p:txBody>
      </p:sp>
      <p:sp>
        <p:nvSpPr>
          <p:cNvPr id="6" name="Activité partagée">
            <a:extLst xmlns:a="http://schemas.openxmlformats.org/drawingml/2006/main">
              <a:ext uri="{FF2B5EF4-FFF2-40B4-BE49-F238E27FC236}">
                <a16:creationId xmlns:a16="http://schemas.microsoft.com/office/drawing/2014/main" id="{AADDE125-09E7-409F-BB31-FBD6CFD90BDE}"/>
              </a:ext>
            </a:extLst>
          </p:cNvPr>
          <p:cNvSpPr>
            <a:spLocks xmlns:a="http://schemas.openxmlformats.org/drawingml/2006/main" noGrp="1"/>
          </p:cNvSpPr>
          <p:nvPr/>
        </p:nvSpPr>
        <p:spPr>
          <a:xfrm xmlns:a="http://schemas.openxmlformats.org/drawingml/2006/main">
            <a:off x="4667250" y="2276475"/>
            <a:ext cx="2857500" cy="819150"/>
          </a:xfrm>
          <a:prstGeom xmlns:a="http://schemas.openxmlformats.org/drawingml/2006/main" prst="roundRect">
            <a:avLst>
              <a:gd name="adj" fmla="val 13953"/>
            </a:avLst>
          </a:prstGeom>
          <a:solidFill xmlns:a="http://schemas.openxmlformats.org/drawingml/2006/main">
            <a:srgbClr val="111738"/>
          </a:solidFill>
          <a:ln xmlns:a="http://schemas.openxmlformats.org/drawingml/2006/main" w="11430">
            <a:solidFill>
              <a:srgbClr val="111738"/>
            </a:solidFill>
          </a:ln>
        </p:spPr>
        <p:txBody>
          <a:bodyPr xmlns:a="http://schemas.openxmlformats.org/drawingml/2006/main" wrap="square" lIns="114300" tIns="114300" rIns="114300" bIns="114300" anchor="ctr">
            <a:noAutofit/>
          </a:bodyPr>
          <a:lstStyle xmlns:a="http://schemas.openxmlformats.org/drawingml/2006/main">
            <a:defPPr algn="ctr">
              <a:defRPr sz="2175" b="1">
                <a:solidFill>
                  <a:srgbClr val="FFFFFF"/>
                </a:solidFill>
                <a:latin typeface="Avenir Next"/>
                <a:ea typeface="Avenir Next"/>
                <a:cs typeface="Avenir Next"/>
              </a:defRPr>
            </a:defPPr>
            <a:lvl1pPr algn="ctr">
              <a:defRPr sz="2175" b="1">
                <a:solidFill>
                  <a:srgbClr val="FFFFFF"/>
                </a:solidFill>
                <a:latin typeface="Avenir Next"/>
                <a:ea typeface="Avenir Next"/>
                <a:cs typeface="Avenir Next"/>
              </a:defRPr>
            </a:lvl1pPr>
            <a:lvl2pPr algn="ctr">
              <a:defRPr sz="2175" b="1">
                <a:solidFill>
                  <a:srgbClr val="FFFFFF"/>
                </a:solidFill>
                <a:latin typeface="Avenir Next"/>
                <a:ea typeface="Avenir Next"/>
                <a:cs typeface="Avenir Next"/>
              </a:defRPr>
            </a:lvl2pPr>
            <a:lvl3pPr algn="ctr">
              <a:defRPr sz="2175" b="1">
                <a:solidFill>
                  <a:srgbClr val="FFFFFF"/>
                </a:solidFill>
                <a:latin typeface="Avenir Next"/>
                <a:ea typeface="Avenir Next"/>
                <a:cs typeface="Avenir Next"/>
              </a:defRPr>
            </a:lvl3pPr>
            <a:lvl4pPr algn="ctr">
              <a:defRPr sz="2175" b="1">
                <a:solidFill>
                  <a:srgbClr val="FFFFFF"/>
                </a:solidFill>
                <a:latin typeface="Avenir Next"/>
                <a:ea typeface="Avenir Next"/>
                <a:cs typeface="Avenir Next"/>
              </a:defRPr>
            </a:lvl4pPr>
            <a:lvl5pPr algn="ctr">
              <a:defRPr sz="2175" b="1">
                <a:solidFill>
                  <a:srgbClr val="FFFFFF"/>
                </a:solidFill>
                <a:latin typeface="Avenir Next"/>
                <a:ea typeface="Avenir Next"/>
                <a:cs typeface="Avenir Next"/>
              </a:defRPr>
            </a:lvl5pPr>
            <a:lvl6pPr algn="ctr">
              <a:defRPr sz="2175" b="1">
                <a:solidFill>
                  <a:srgbClr val="FFFFFF"/>
                </a:solidFill>
                <a:latin typeface="Avenir Next"/>
                <a:ea typeface="Avenir Next"/>
                <a:cs typeface="Avenir Next"/>
              </a:defRPr>
            </a:lvl6pPr>
            <a:lvl7pPr algn="ctr">
              <a:defRPr sz="2175" b="1">
                <a:solidFill>
                  <a:srgbClr val="FFFFFF"/>
                </a:solidFill>
                <a:latin typeface="Avenir Next"/>
                <a:ea typeface="Avenir Next"/>
                <a:cs typeface="Avenir Next"/>
              </a:defRPr>
            </a:lvl7pPr>
            <a:lvl8pPr algn="ctr">
              <a:defRPr sz="2175" b="1">
                <a:solidFill>
                  <a:srgbClr val="FFFFFF"/>
                </a:solidFill>
                <a:latin typeface="Avenir Next"/>
                <a:ea typeface="Avenir Next"/>
                <a:cs typeface="Avenir Next"/>
              </a:defRPr>
            </a:lvl8pPr>
            <a:lvl9pPr algn="ctr">
              <a:defRPr sz="2175" b="1">
                <a:solidFill>
                  <a:srgbClr val="FFFFFF"/>
                </a:solidFill>
                <a:latin typeface="Avenir Next"/>
                <a:ea typeface="Avenir Next"/>
                <a:cs typeface="Avenir Next"/>
              </a:defRPr>
            </a:lvl9pPr>
          </a:lstStyle>
          <a:p xmlns:a="http://schemas.openxmlformats.org/drawingml/2006/main">
            <a:pPr algn="ctr">
              <a:defRPr sz="2175" b="1">
                <a:solidFill>
                  <a:srgbClr val="FFFFFF"/>
                </a:solidFill>
                <a:latin typeface="Avenir Next"/>
                <a:ea typeface="Avenir Next"/>
                <a:cs typeface="Avenir Next"/>
              </a:defRPr>
            </a:pPr>
            <a:r>
              <a:rPr sz="2175" b="1">
                <a:solidFill>
                  <a:srgbClr val="FFFFFF"/>
                </a:solidFill>
                <a:latin typeface="Avenir Next"/>
                <a:ea typeface="Avenir Next"/>
                <a:cs typeface="Avenir Next"/>
              </a:rPr>
              <a:t>Activité partagée</a:t>
            </a:r>
          </a:p>
        </p:txBody>
      </p:sp>
      <p:sp>
        <p:nvSpPr>
          <p:cNvPr id="7" name="Organisateur">
            <a:extLst xmlns:a="http://schemas.openxmlformats.org/drawingml/2006/main">
              <a:ext uri="{FF2B5EF4-FFF2-40B4-BE49-F238E27FC236}">
                <a16:creationId xmlns:a16="http://schemas.microsoft.com/office/drawing/2014/main" id="{6C70B50D-F52B-4E05-853D-072FA3FD1606}"/>
              </a:ext>
            </a:extLst>
          </p:cNvPr>
          <p:cNvSpPr>
            <a:spLocks xmlns:a="http://schemas.openxmlformats.org/drawingml/2006/main" noGrp="1"/>
          </p:cNvSpPr>
          <p:nvPr/>
        </p:nvSpPr>
        <p:spPr>
          <a:xfrm xmlns:a="http://schemas.openxmlformats.org/drawingml/2006/main">
            <a:off x="8620125" y="2276475"/>
            <a:ext cx="2857500" cy="819150"/>
          </a:xfrm>
          <a:prstGeom xmlns:a="http://schemas.openxmlformats.org/drawingml/2006/main" prst="roundRect">
            <a:avLst>
              <a:gd name="adj" fmla="val 13953"/>
            </a:avLst>
          </a:prstGeom>
          <a:solidFill xmlns:a="http://schemas.openxmlformats.org/drawingml/2006/main">
            <a:srgbClr val="F1EBFF"/>
          </a:solidFill>
          <a:ln xmlns:a="http://schemas.openxmlformats.org/drawingml/2006/main" w="11430">
            <a:solidFill>
              <a:srgbClr val="8B62F4"/>
            </a:solidFill>
          </a:ln>
        </p:spPr>
        <p:txBody>
          <a:bodyPr xmlns:a="http://schemas.openxmlformats.org/drawingml/2006/main" wrap="square" lIns="114300" tIns="114300" rIns="114300" bIns="114300" anchor="ctr">
            <a:noAutofit/>
          </a:bodyPr>
          <a:lstStyle xmlns:a="http://schemas.openxmlformats.org/drawingml/2006/main">
            <a:defPPr algn="ctr">
              <a:defRPr sz="2325" b="1">
                <a:solidFill>
                  <a:srgbClr val="111738"/>
                </a:solidFill>
                <a:latin typeface="Avenir Next"/>
                <a:ea typeface="Avenir Next"/>
                <a:cs typeface="Avenir Next"/>
              </a:defRPr>
            </a:defPPr>
            <a:lvl1pPr algn="ctr">
              <a:defRPr sz="2325" b="1">
                <a:solidFill>
                  <a:srgbClr val="111738"/>
                </a:solidFill>
                <a:latin typeface="Avenir Next"/>
                <a:ea typeface="Avenir Next"/>
                <a:cs typeface="Avenir Next"/>
              </a:defRPr>
            </a:lvl1pPr>
            <a:lvl2pPr algn="ctr">
              <a:defRPr sz="2325" b="1">
                <a:solidFill>
                  <a:srgbClr val="111738"/>
                </a:solidFill>
                <a:latin typeface="Avenir Next"/>
                <a:ea typeface="Avenir Next"/>
                <a:cs typeface="Avenir Next"/>
              </a:defRPr>
            </a:lvl2pPr>
            <a:lvl3pPr algn="ctr">
              <a:defRPr sz="2325" b="1">
                <a:solidFill>
                  <a:srgbClr val="111738"/>
                </a:solidFill>
                <a:latin typeface="Avenir Next"/>
                <a:ea typeface="Avenir Next"/>
                <a:cs typeface="Avenir Next"/>
              </a:defRPr>
            </a:lvl3pPr>
            <a:lvl4pPr algn="ctr">
              <a:defRPr sz="2325" b="1">
                <a:solidFill>
                  <a:srgbClr val="111738"/>
                </a:solidFill>
                <a:latin typeface="Avenir Next"/>
                <a:ea typeface="Avenir Next"/>
                <a:cs typeface="Avenir Next"/>
              </a:defRPr>
            </a:lvl4pPr>
            <a:lvl5pPr algn="ctr">
              <a:defRPr sz="2325" b="1">
                <a:solidFill>
                  <a:srgbClr val="111738"/>
                </a:solidFill>
                <a:latin typeface="Avenir Next"/>
                <a:ea typeface="Avenir Next"/>
                <a:cs typeface="Avenir Next"/>
              </a:defRPr>
            </a:lvl5pPr>
            <a:lvl6pPr algn="ctr">
              <a:defRPr sz="2325" b="1">
                <a:solidFill>
                  <a:srgbClr val="111738"/>
                </a:solidFill>
                <a:latin typeface="Avenir Next"/>
                <a:ea typeface="Avenir Next"/>
                <a:cs typeface="Avenir Next"/>
              </a:defRPr>
            </a:lvl6pPr>
            <a:lvl7pPr algn="ctr">
              <a:defRPr sz="2325" b="1">
                <a:solidFill>
                  <a:srgbClr val="111738"/>
                </a:solidFill>
                <a:latin typeface="Avenir Next"/>
                <a:ea typeface="Avenir Next"/>
                <a:cs typeface="Avenir Next"/>
              </a:defRPr>
            </a:lvl7pPr>
            <a:lvl8pPr algn="ctr">
              <a:defRPr sz="2325" b="1">
                <a:solidFill>
                  <a:srgbClr val="111738"/>
                </a:solidFill>
                <a:latin typeface="Avenir Next"/>
                <a:ea typeface="Avenir Next"/>
                <a:cs typeface="Avenir Next"/>
              </a:defRPr>
            </a:lvl8pPr>
            <a:lvl9pPr algn="ctr">
              <a:defRPr sz="2325" b="1">
                <a:solidFill>
                  <a:srgbClr val="111738"/>
                </a:solidFill>
                <a:latin typeface="Avenir Next"/>
                <a:ea typeface="Avenir Next"/>
                <a:cs typeface="Avenir Next"/>
              </a:defRPr>
            </a:lvl9pPr>
          </a:lstStyle>
          <a:p xmlns:a="http://schemas.openxmlformats.org/drawingml/2006/main">
            <a:pPr algn="ctr">
              <a:defRPr sz="2325" b="1">
                <a:solidFill>
                  <a:srgbClr val="111738"/>
                </a:solidFill>
                <a:latin typeface="Avenir Next"/>
                <a:ea typeface="Avenir Next"/>
                <a:cs typeface="Avenir Next"/>
              </a:defRPr>
            </a:pPr>
            <a:r>
              <a:rPr sz="2325" b="1">
                <a:solidFill>
                  <a:srgbClr val="111738"/>
                </a:solidFill>
                <a:latin typeface="Avenir Next"/>
                <a:ea typeface="Avenir Next"/>
                <a:cs typeface="Avenir Next"/>
              </a:rPr>
              <a:t>Organisateur</a:t>
            </a:r>
          </a:p>
        </p:txBody>
      </p:sp>
      <p:sp>
        <p:nvSpPr>
          <p:cNvPr id="10" name="Trouver une sortie adaptée&#10;Connaître les p">
            <a:extLst xmlns:a="http://schemas.openxmlformats.org/drawingml/2006/main">
              <a:ext uri="{FF2B5EF4-FFF2-40B4-BE49-F238E27FC236}">
                <a16:creationId xmlns:a16="http://schemas.microsoft.com/office/drawing/2014/main" id="{E466CFCB-F9D2-4F3F-8EEA-1DE866068978}"/>
              </a:ext>
            </a:extLst>
          </p:cNvPr>
          <p:cNvSpPr>
            <a:spLocks xmlns:a="http://schemas.openxmlformats.org/drawingml/2006/main" noGrp="1"/>
          </p:cNvSpPr>
          <p:nvPr/>
        </p:nvSpPr>
        <p:spPr>
          <a:xfrm xmlns:a="http://schemas.openxmlformats.org/drawingml/2006/main">
            <a:off x="714375" y="3343275"/>
            <a:ext cx="3143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11738"/>
                </a:solidFill>
                <a:latin typeface="Avenir Next"/>
                <a:ea typeface="Avenir Next"/>
                <a:cs typeface="Avenir Next"/>
              </a:defRPr>
            </a:defPPr>
            <a:lvl1pPr algn="l">
              <a:defRPr sz="1950" b="0">
                <a:solidFill>
                  <a:srgbClr val="111738"/>
                </a:solidFill>
                <a:latin typeface="Avenir Next"/>
                <a:ea typeface="Avenir Next"/>
                <a:cs typeface="Avenir Next"/>
              </a:defRPr>
            </a:lvl1pPr>
            <a:lvl2pPr algn="l">
              <a:defRPr sz="1950" b="0">
                <a:solidFill>
                  <a:srgbClr val="111738"/>
                </a:solidFill>
                <a:latin typeface="Avenir Next"/>
                <a:ea typeface="Avenir Next"/>
                <a:cs typeface="Avenir Next"/>
              </a:defRPr>
            </a:lvl2pPr>
            <a:lvl3pPr algn="l">
              <a:defRPr sz="1950" b="0">
                <a:solidFill>
                  <a:srgbClr val="111738"/>
                </a:solidFill>
                <a:latin typeface="Avenir Next"/>
                <a:ea typeface="Avenir Next"/>
                <a:cs typeface="Avenir Next"/>
              </a:defRPr>
            </a:lvl3pPr>
            <a:lvl4pPr algn="l">
              <a:defRPr sz="1950" b="0">
                <a:solidFill>
                  <a:srgbClr val="111738"/>
                </a:solidFill>
                <a:latin typeface="Avenir Next"/>
                <a:ea typeface="Avenir Next"/>
                <a:cs typeface="Avenir Next"/>
              </a:defRPr>
            </a:lvl4pPr>
            <a:lvl5pPr algn="l">
              <a:defRPr sz="1950" b="0">
                <a:solidFill>
                  <a:srgbClr val="111738"/>
                </a:solidFill>
                <a:latin typeface="Avenir Next"/>
                <a:ea typeface="Avenir Next"/>
                <a:cs typeface="Avenir Next"/>
              </a:defRPr>
            </a:lvl5pPr>
            <a:lvl6pPr algn="l">
              <a:defRPr sz="1950" b="0">
                <a:solidFill>
                  <a:srgbClr val="111738"/>
                </a:solidFill>
                <a:latin typeface="Avenir Next"/>
                <a:ea typeface="Avenir Next"/>
                <a:cs typeface="Avenir Next"/>
              </a:defRPr>
            </a:lvl6pPr>
            <a:lvl7pPr algn="l">
              <a:defRPr sz="1950" b="0">
                <a:solidFill>
                  <a:srgbClr val="111738"/>
                </a:solidFill>
                <a:latin typeface="Avenir Next"/>
                <a:ea typeface="Avenir Next"/>
                <a:cs typeface="Avenir Next"/>
              </a:defRPr>
            </a:lvl7pPr>
            <a:lvl8pPr algn="l">
              <a:defRPr sz="1950" b="0">
                <a:solidFill>
                  <a:srgbClr val="111738"/>
                </a:solidFill>
                <a:latin typeface="Avenir Next"/>
                <a:ea typeface="Avenir Next"/>
                <a:cs typeface="Avenir Next"/>
              </a:defRPr>
            </a:lvl8pPr>
            <a:lvl9pPr algn="l">
              <a:defRPr sz="1950" b="0">
                <a:solidFill>
                  <a:srgbClr val="111738"/>
                </a:solidFill>
                <a:latin typeface="Avenir Next"/>
                <a:ea typeface="Avenir Next"/>
                <a:cs typeface="Avenir Next"/>
              </a:defRPr>
            </a:lvl9pPr>
          </a:lstStyle>
          <a:p xmlns:a="http://schemas.openxmlformats.org/drawingml/2006/main">
            <a:pPr algn="l">
              <a:defRPr sz="1950" b="0">
                <a:solidFill>
                  <a:srgbClr val="111738"/>
                </a:solidFill>
                <a:latin typeface="Avenir Next"/>
                <a:ea typeface="Avenir Next"/>
                <a:cs typeface="Avenir Next"/>
              </a:defRPr>
            </a:pPr>
            <a:r>
              <a:rPr sz="1950" b="0">
                <a:solidFill>
                  <a:srgbClr val="111738"/>
                </a:solidFill>
                <a:latin typeface="Avenir Next"/>
                <a:ea typeface="Avenir Next"/>
                <a:cs typeface="Avenir Next"/>
              </a:rPr>
              <a:t>Trouver une sortie adaptée</a:t>
            </a:r>
          </a:p>
          <a:p xmlns:a="http://schemas.openxmlformats.org/drawingml/2006/main">
            <a:pPr algn="l">
              <a:defRPr sz="1950" b="0">
                <a:solidFill>
                  <a:srgbClr val="111738"/>
                </a:solidFill>
                <a:latin typeface="Avenir Next"/>
                <a:ea typeface="Avenir Next"/>
                <a:cs typeface="Avenir Next"/>
              </a:defRPr>
            </a:pPr>
            <a:r>
              <a:rPr sz="1950" b="0">
                <a:solidFill>
                  <a:srgbClr val="111738"/>
                </a:solidFill>
                <a:latin typeface="Avenir Next"/>
                <a:ea typeface="Avenir Next"/>
                <a:cs typeface="Avenir Next"/>
              </a:rPr>
              <a:t>Connaître les places disponibles</a:t>
            </a:r>
          </a:p>
        </p:txBody>
      </p:sp>
      <p:sp>
        <p:nvSpPr>
          <p:cNvPr id="11" name="Une fiche claire&#10;Une inscription suivie">
            <a:extLst xmlns:a="http://schemas.openxmlformats.org/drawingml/2006/main">
              <a:ext uri="{FF2B5EF4-FFF2-40B4-BE49-F238E27FC236}">
                <a16:creationId xmlns:a16="http://schemas.microsoft.com/office/drawing/2014/main" id="{60242BBB-EAC5-4512-8646-0FF15CA67E35}"/>
              </a:ext>
            </a:extLst>
          </p:cNvPr>
          <p:cNvSpPr>
            <a:spLocks xmlns:a="http://schemas.openxmlformats.org/drawingml/2006/main" noGrp="1"/>
          </p:cNvSpPr>
          <p:nvPr/>
        </p:nvSpPr>
        <p:spPr>
          <a:xfrm xmlns:a="http://schemas.openxmlformats.org/drawingml/2006/main">
            <a:off x="4667250" y="3343275"/>
            <a:ext cx="304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11738"/>
                </a:solidFill>
                <a:latin typeface="Avenir Next"/>
                <a:ea typeface="Avenir Next"/>
                <a:cs typeface="Avenir Next"/>
              </a:defRPr>
            </a:defPPr>
            <a:lvl1pPr algn="l">
              <a:defRPr sz="1950" b="0">
                <a:solidFill>
                  <a:srgbClr val="111738"/>
                </a:solidFill>
                <a:latin typeface="Avenir Next"/>
                <a:ea typeface="Avenir Next"/>
                <a:cs typeface="Avenir Next"/>
              </a:defRPr>
            </a:lvl1pPr>
            <a:lvl2pPr algn="l">
              <a:defRPr sz="1950" b="0">
                <a:solidFill>
                  <a:srgbClr val="111738"/>
                </a:solidFill>
                <a:latin typeface="Avenir Next"/>
                <a:ea typeface="Avenir Next"/>
                <a:cs typeface="Avenir Next"/>
              </a:defRPr>
            </a:lvl2pPr>
            <a:lvl3pPr algn="l">
              <a:defRPr sz="1950" b="0">
                <a:solidFill>
                  <a:srgbClr val="111738"/>
                </a:solidFill>
                <a:latin typeface="Avenir Next"/>
                <a:ea typeface="Avenir Next"/>
                <a:cs typeface="Avenir Next"/>
              </a:defRPr>
            </a:lvl3pPr>
            <a:lvl4pPr algn="l">
              <a:defRPr sz="1950" b="0">
                <a:solidFill>
                  <a:srgbClr val="111738"/>
                </a:solidFill>
                <a:latin typeface="Avenir Next"/>
                <a:ea typeface="Avenir Next"/>
                <a:cs typeface="Avenir Next"/>
              </a:defRPr>
            </a:lvl4pPr>
            <a:lvl5pPr algn="l">
              <a:defRPr sz="1950" b="0">
                <a:solidFill>
                  <a:srgbClr val="111738"/>
                </a:solidFill>
                <a:latin typeface="Avenir Next"/>
                <a:ea typeface="Avenir Next"/>
                <a:cs typeface="Avenir Next"/>
              </a:defRPr>
            </a:lvl5pPr>
            <a:lvl6pPr algn="l">
              <a:defRPr sz="1950" b="0">
                <a:solidFill>
                  <a:srgbClr val="111738"/>
                </a:solidFill>
                <a:latin typeface="Avenir Next"/>
                <a:ea typeface="Avenir Next"/>
                <a:cs typeface="Avenir Next"/>
              </a:defRPr>
            </a:lvl6pPr>
            <a:lvl7pPr algn="l">
              <a:defRPr sz="1950" b="0">
                <a:solidFill>
                  <a:srgbClr val="111738"/>
                </a:solidFill>
                <a:latin typeface="Avenir Next"/>
                <a:ea typeface="Avenir Next"/>
                <a:cs typeface="Avenir Next"/>
              </a:defRPr>
            </a:lvl7pPr>
            <a:lvl8pPr algn="l">
              <a:defRPr sz="1950" b="0">
                <a:solidFill>
                  <a:srgbClr val="111738"/>
                </a:solidFill>
                <a:latin typeface="Avenir Next"/>
                <a:ea typeface="Avenir Next"/>
                <a:cs typeface="Avenir Next"/>
              </a:defRPr>
            </a:lvl8pPr>
            <a:lvl9pPr algn="l">
              <a:defRPr sz="1950" b="0">
                <a:solidFill>
                  <a:srgbClr val="111738"/>
                </a:solidFill>
                <a:latin typeface="Avenir Next"/>
                <a:ea typeface="Avenir Next"/>
                <a:cs typeface="Avenir Next"/>
              </a:defRPr>
            </a:lvl9pPr>
          </a:lstStyle>
          <a:p xmlns:a="http://schemas.openxmlformats.org/drawingml/2006/main">
            <a:pPr algn="l">
              <a:defRPr sz="1950" b="0">
                <a:solidFill>
                  <a:srgbClr val="111738"/>
                </a:solidFill>
                <a:latin typeface="Avenir Next"/>
                <a:ea typeface="Avenir Next"/>
                <a:cs typeface="Avenir Next"/>
              </a:defRPr>
            </a:pPr>
            <a:r>
              <a:rPr sz="1950" b="0">
                <a:solidFill>
                  <a:srgbClr val="111738"/>
                </a:solidFill>
                <a:latin typeface="Avenir Next"/>
                <a:ea typeface="Avenir Next"/>
                <a:cs typeface="Avenir Next"/>
              </a:rPr>
              <a:t>Une fiche claire</a:t>
            </a:r>
          </a:p>
          <a:p xmlns:a="http://schemas.openxmlformats.org/drawingml/2006/main">
            <a:pPr algn="l">
              <a:defRPr sz="1950" b="0">
                <a:solidFill>
                  <a:srgbClr val="111738"/>
                </a:solidFill>
                <a:latin typeface="Avenir Next"/>
                <a:ea typeface="Avenir Next"/>
                <a:cs typeface="Avenir Next"/>
              </a:defRPr>
            </a:pPr>
            <a:r>
              <a:rPr sz="1950" b="0">
                <a:solidFill>
                  <a:srgbClr val="111738"/>
                </a:solidFill>
                <a:latin typeface="Avenir Next"/>
                <a:ea typeface="Avenir Next"/>
                <a:cs typeface="Avenir Next"/>
              </a:rPr>
              <a:t>Une inscription suivie</a:t>
            </a:r>
          </a:p>
        </p:txBody>
      </p:sp>
      <p:sp>
        <p:nvSpPr>
          <p:cNvPr id="12" name="Publier un événement&#10;Retrouver ses partici">
            <a:extLst xmlns:a="http://schemas.openxmlformats.org/drawingml/2006/main">
              <a:ext uri="{FF2B5EF4-FFF2-40B4-BE49-F238E27FC236}">
                <a16:creationId xmlns:a16="http://schemas.microsoft.com/office/drawing/2014/main" id="{DAE35818-2230-4707-9E78-228502B5D36E}"/>
              </a:ext>
            </a:extLst>
          </p:cNvPr>
          <p:cNvSpPr>
            <a:spLocks xmlns:a="http://schemas.openxmlformats.org/drawingml/2006/main" noGrp="1"/>
          </p:cNvSpPr>
          <p:nvPr/>
        </p:nvSpPr>
        <p:spPr>
          <a:xfrm xmlns:a="http://schemas.openxmlformats.org/drawingml/2006/main">
            <a:off x="8620125" y="3343275"/>
            <a:ext cx="304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11738"/>
                </a:solidFill>
                <a:latin typeface="Avenir Next"/>
                <a:ea typeface="Avenir Next"/>
                <a:cs typeface="Avenir Next"/>
              </a:defRPr>
            </a:defPPr>
            <a:lvl1pPr algn="l">
              <a:defRPr sz="1950" b="0">
                <a:solidFill>
                  <a:srgbClr val="111738"/>
                </a:solidFill>
                <a:latin typeface="Avenir Next"/>
                <a:ea typeface="Avenir Next"/>
                <a:cs typeface="Avenir Next"/>
              </a:defRPr>
            </a:lvl1pPr>
            <a:lvl2pPr algn="l">
              <a:defRPr sz="1950" b="0">
                <a:solidFill>
                  <a:srgbClr val="111738"/>
                </a:solidFill>
                <a:latin typeface="Avenir Next"/>
                <a:ea typeface="Avenir Next"/>
                <a:cs typeface="Avenir Next"/>
              </a:defRPr>
            </a:lvl2pPr>
            <a:lvl3pPr algn="l">
              <a:defRPr sz="1950" b="0">
                <a:solidFill>
                  <a:srgbClr val="111738"/>
                </a:solidFill>
                <a:latin typeface="Avenir Next"/>
                <a:ea typeface="Avenir Next"/>
                <a:cs typeface="Avenir Next"/>
              </a:defRPr>
            </a:lvl3pPr>
            <a:lvl4pPr algn="l">
              <a:defRPr sz="1950" b="0">
                <a:solidFill>
                  <a:srgbClr val="111738"/>
                </a:solidFill>
                <a:latin typeface="Avenir Next"/>
                <a:ea typeface="Avenir Next"/>
                <a:cs typeface="Avenir Next"/>
              </a:defRPr>
            </a:lvl4pPr>
            <a:lvl5pPr algn="l">
              <a:defRPr sz="1950" b="0">
                <a:solidFill>
                  <a:srgbClr val="111738"/>
                </a:solidFill>
                <a:latin typeface="Avenir Next"/>
                <a:ea typeface="Avenir Next"/>
                <a:cs typeface="Avenir Next"/>
              </a:defRPr>
            </a:lvl5pPr>
            <a:lvl6pPr algn="l">
              <a:defRPr sz="1950" b="0">
                <a:solidFill>
                  <a:srgbClr val="111738"/>
                </a:solidFill>
                <a:latin typeface="Avenir Next"/>
                <a:ea typeface="Avenir Next"/>
                <a:cs typeface="Avenir Next"/>
              </a:defRPr>
            </a:lvl6pPr>
            <a:lvl7pPr algn="l">
              <a:defRPr sz="1950" b="0">
                <a:solidFill>
                  <a:srgbClr val="111738"/>
                </a:solidFill>
                <a:latin typeface="Avenir Next"/>
                <a:ea typeface="Avenir Next"/>
                <a:cs typeface="Avenir Next"/>
              </a:defRPr>
            </a:lvl7pPr>
            <a:lvl8pPr algn="l">
              <a:defRPr sz="1950" b="0">
                <a:solidFill>
                  <a:srgbClr val="111738"/>
                </a:solidFill>
                <a:latin typeface="Avenir Next"/>
                <a:ea typeface="Avenir Next"/>
                <a:cs typeface="Avenir Next"/>
              </a:defRPr>
            </a:lvl8pPr>
            <a:lvl9pPr algn="l">
              <a:defRPr sz="1950" b="0">
                <a:solidFill>
                  <a:srgbClr val="111738"/>
                </a:solidFill>
                <a:latin typeface="Avenir Next"/>
                <a:ea typeface="Avenir Next"/>
                <a:cs typeface="Avenir Next"/>
              </a:defRPr>
            </a:lvl9pPr>
          </a:lstStyle>
          <a:p xmlns:a="http://schemas.openxmlformats.org/drawingml/2006/main">
            <a:pPr algn="l">
              <a:defRPr sz="1950" b="0">
                <a:solidFill>
                  <a:srgbClr val="111738"/>
                </a:solidFill>
                <a:latin typeface="Avenir Next"/>
                <a:ea typeface="Avenir Next"/>
                <a:cs typeface="Avenir Next"/>
              </a:defRPr>
            </a:pPr>
            <a:r>
              <a:rPr sz="1950" b="0">
                <a:solidFill>
                  <a:srgbClr val="111738"/>
                </a:solidFill>
                <a:latin typeface="Avenir Next"/>
                <a:ea typeface="Avenir Next"/>
                <a:cs typeface="Avenir Next"/>
              </a:rPr>
              <a:t>Publier un événement</a:t>
            </a:r>
          </a:p>
          <a:p xmlns:a="http://schemas.openxmlformats.org/drawingml/2006/main">
            <a:pPr algn="l">
              <a:defRPr sz="1950" b="0">
                <a:solidFill>
                  <a:srgbClr val="111738"/>
                </a:solidFill>
                <a:latin typeface="Avenir Next"/>
                <a:ea typeface="Avenir Next"/>
                <a:cs typeface="Avenir Next"/>
              </a:defRPr>
            </a:pPr>
            <a:r>
              <a:rPr sz="1950" b="0">
                <a:solidFill>
                  <a:srgbClr val="111738"/>
                </a:solidFill>
                <a:latin typeface="Avenir Next"/>
                <a:ea typeface="Avenir Next"/>
                <a:cs typeface="Avenir Next"/>
              </a:rPr>
              <a:t>Retrouver ses participants</a:t>
            </a:r>
          </a:p>
        </p:txBody>
      </p:sp>
      <p:sp>
        <p:nvSpPr>
          <p:cNvPr id="13" name="Public initial proposé">
            <a:extLst xmlns:a="http://schemas.openxmlformats.org/drawingml/2006/main">
              <a:ext uri="{FF2B5EF4-FFF2-40B4-BE49-F238E27FC236}">
                <a16:creationId xmlns:a16="http://schemas.microsoft.com/office/drawing/2014/main" id="{5C155691-4F7D-4C15-A709-7C55EEB8414A}"/>
              </a:ext>
            </a:extLst>
          </p:cNvPr>
          <p:cNvSpPr>
            <a:spLocks xmlns:a="http://schemas.openxmlformats.org/drawingml/2006/main" noGrp="1"/>
          </p:cNvSpPr>
          <p:nvPr/>
        </p:nvSpPr>
        <p:spPr>
          <a:xfrm xmlns:a="http://schemas.openxmlformats.org/drawingml/2006/main">
            <a:off x="714375" y="4962525"/>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066FA"/>
                </a:solidFill>
                <a:latin typeface="Avenir Next"/>
                <a:ea typeface="Avenir Next"/>
                <a:cs typeface="Avenir Next"/>
              </a:defRPr>
            </a:defPPr>
            <a:lvl1pPr algn="l">
              <a:defRPr sz="1725" b="1">
                <a:solidFill>
                  <a:srgbClr val="2066FA"/>
                </a:solidFill>
                <a:latin typeface="Avenir Next"/>
                <a:ea typeface="Avenir Next"/>
                <a:cs typeface="Avenir Next"/>
              </a:defRPr>
            </a:lvl1pPr>
            <a:lvl2pPr algn="l">
              <a:defRPr sz="1725" b="1">
                <a:solidFill>
                  <a:srgbClr val="2066FA"/>
                </a:solidFill>
                <a:latin typeface="Avenir Next"/>
                <a:ea typeface="Avenir Next"/>
                <a:cs typeface="Avenir Next"/>
              </a:defRPr>
            </a:lvl2pPr>
            <a:lvl3pPr algn="l">
              <a:defRPr sz="1725" b="1">
                <a:solidFill>
                  <a:srgbClr val="2066FA"/>
                </a:solidFill>
                <a:latin typeface="Avenir Next"/>
                <a:ea typeface="Avenir Next"/>
                <a:cs typeface="Avenir Next"/>
              </a:defRPr>
            </a:lvl3pPr>
            <a:lvl4pPr algn="l">
              <a:defRPr sz="1725" b="1">
                <a:solidFill>
                  <a:srgbClr val="2066FA"/>
                </a:solidFill>
                <a:latin typeface="Avenir Next"/>
                <a:ea typeface="Avenir Next"/>
                <a:cs typeface="Avenir Next"/>
              </a:defRPr>
            </a:lvl4pPr>
            <a:lvl5pPr algn="l">
              <a:defRPr sz="1725" b="1">
                <a:solidFill>
                  <a:srgbClr val="2066FA"/>
                </a:solidFill>
                <a:latin typeface="Avenir Next"/>
                <a:ea typeface="Avenir Next"/>
                <a:cs typeface="Avenir Next"/>
              </a:defRPr>
            </a:lvl5pPr>
            <a:lvl6pPr algn="l">
              <a:defRPr sz="1725" b="1">
                <a:solidFill>
                  <a:srgbClr val="2066FA"/>
                </a:solidFill>
                <a:latin typeface="Avenir Next"/>
                <a:ea typeface="Avenir Next"/>
                <a:cs typeface="Avenir Next"/>
              </a:defRPr>
            </a:lvl6pPr>
            <a:lvl7pPr algn="l">
              <a:defRPr sz="1725" b="1">
                <a:solidFill>
                  <a:srgbClr val="2066FA"/>
                </a:solidFill>
                <a:latin typeface="Avenir Next"/>
                <a:ea typeface="Avenir Next"/>
                <a:cs typeface="Avenir Next"/>
              </a:defRPr>
            </a:lvl7pPr>
            <a:lvl8pPr algn="l">
              <a:defRPr sz="1725" b="1">
                <a:solidFill>
                  <a:srgbClr val="2066FA"/>
                </a:solidFill>
                <a:latin typeface="Avenir Next"/>
                <a:ea typeface="Avenir Next"/>
                <a:cs typeface="Avenir Next"/>
              </a:defRPr>
            </a:lvl8pPr>
            <a:lvl9pPr algn="l">
              <a:defRPr sz="1725" b="1">
                <a:solidFill>
                  <a:srgbClr val="2066FA"/>
                </a:solidFill>
                <a:latin typeface="Avenir Next"/>
                <a:ea typeface="Avenir Next"/>
                <a:cs typeface="Avenir Next"/>
              </a:defRPr>
            </a:lvl9pPr>
          </a:lstStyle>
          <a:p xmlns:a="http://schemas.openxmlformats.org/drawingml/2006/main">
            <a:pPr algn="l">
              <a:defRPr sz="1725" b="1">
                <a:solidFill>
                  <a:srgbClr val="2066FA"/>
                </a:solidFill>
                <a:latin typeface="Avenir Next"/>
                <a:ea typeface="Avenir Next"/>
                <a:cs typeface="Avenir Next"/>
              </a:defRPr>
            </a:pPr>
            <a:r>
              <a:rPr sz="1725" b="1">
                <a:solidFill>
                  <a:srgbClr val="2066FA"/>
                </a:solidFill>
                <a:latin typeface="Avenir Next"/>
                <a:ea typeface="Avenir Next"/>
                <a:cs typeface="Avenir Next"/>
              </a:rPr>
              <a:t>Public initial proposé</a:t>
            </a:r>
          </a:p>
        </p:txBody>
      </p:sp>
      <p:sp>
        <p:nvSpPr>
          <p:cNvPr id="14" name="Particuliers et petits groupes locaux">
            <a:extLst xmlns:a="http://schemas.openxmlformats.org/drawingml/2006/main">
              <a:ext uri="{FF2B5EF4-FFF2-40B4-BE49-F238E27FC236}">
                <a16:creationId xmlns:a16="http://schemas.microsoft.com/office/drawing/2014/main" id="{A62E4FA9-97ED-49E4-B0E3-2FBE39DA0CB2}"/>
              </a:ext>
            </a:extLst>
          </p:cNvPr>
          <p:cNvSpPr>
            <a:spLocks xmlns:a="http://schemas.openxmlformats.org/drawingml/2006/main" noGrp="1"/>
          </p:cNvSpPr>
          <p:nvPr/>
        </p:nvSpPr>
        <p:spPr>
          <a:xfrm xmlns:a="http://schemas.openxmlformats.org/drawingml/2006/main">
            <a:off x="714375" y="5381625"/>
            <a:ext cx="9525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550" b="1">
                <a:solidFill>
                  <a:srgbClr val="111738"/>
                </a:solidFill>
                <a:latin typeface="Avenir Next"/>
                <a:ea typeface="Avenir Next"/>
                <a:cs typeface="Avenir Next"/>
              </a:defRPr>
            </a:defPPr>
            <a:lvl1pPr algn="l">
              <a:defRPr sz="2550" b="1">
                <a:solidFill>
                  <a:srgbClr val="111738"/>
                </a:solidFill>
                <a:latin typeface="Avenir Next"/>
                <a:ea typeface="Avenir Next"/>
                <a:cs typeface="Avenir Next"/>
              </a:defRPr>
            </a:lvl1pPr>
            <a:lvl2pPr algn="l">
              <a:defRPr sz="2550" b="1">
                <a:solidFill>
                  <a:srgbClr val="111738"/>
                </a:solidFill>
                <a:latin typeface="Avenir Next"/>
                <a:ea typeface="Avenir Next"/>
                <a:cs typeface="Avenir Next"/>
              </a:defRPr>
            </a:lvl2pPr>
            <a:lvl3pPr algn="l">
              <a:defRPr sz="2550" b="1">
                <a:solidFill>
                  <a:srgbClr val="111738"/>
                </a:solidFill>
                <a:latin typeface="Avenir Next"/>
                <a:ea typeface="Avenir Next"/>
                <a:cs typeface="Avenir Next"/>
              </a:defRPr>
            </a:lvl3pPr>
            <a:lvl4pPr algn="l">
              <a:defRPr sz="2550" b="1">
                <a:solidFill>
                  <a:srgbClr val="111738"/>
                </a:solidFill>
                <a:latin typeface="Avenir Next"/>
                <a:ea typeface="Avenir Next"/>
                <a:cs typeface="Avenir Next"/>
              </a:defRPr>
            </a:lvl4pPr>
            <a:lvl5pPr algn="l">
              <a:defRPr sz="2550" b="1">
                <a:solidFill>
                  <a:srgbClr val="111738"/>
                </a:solidFill>
                <a:latin typeface="Avenir Next"/>
                <a:ea typeface="Avenir Next"/>
                <a:cs typeface="Avenir Next"/>
              </a:defRPr>
            </a:lvl5pPr>
            <a:lvl6pPr algn="l">
              <a:defRPr sz="2550" b="1">
                <a:solidFill>
                  <a:srgbClr val="111738"/>
                </a:solidFill>
                <a:latin typeface="Avenir Next"/>
                <a:ea typeface="Avenir Next"/>
                <a:cs typeface="Avenir Next"/>
              </a:defRPr>
            </a:lvl6pPr>
            <a:lvl7pPr algn="l">
              <a:defRPr sz="2550" b="1">
                <a:solidFill>
                  <a:srgbClr val="111738"/>
                </a:solidFill>
                <a:latin typeface="Avenir Next"/>
                <a:ea typeface="Avenir Next"/>
                <a:cs typeface="Avenir Next"/>
              </a:defRPr>
            </a:lvl7pPr>
            <a:lvl8pPr algn="l">
              <a:defRPr sz="2550" b="1">
                <a:solidFill>
                  <a:srgbClr val="111738"/>
                </a:solidFill>
                <a:latin typeface="Avenir Next"/>
                <a:ea typeface="Avenir Next"/>
                <a:cs typeface="Avenir Next"/>
              </a:defRPr>
            </a:lvl8pPr>
            <a:lvl9pPr algn="l">
              <a:defRPr sz="2550" b="1">
                <a:solidFill>
                  <a:srgbClr val="111738"/>
                </a:solidFill>
                <a:latin typeface="Avenir Next"/>
                <a:ea typeface="Avenir Next"/>
                <a:cs typeface="Avenir Next"/>
              </a:defRPr>
            </a:lvl9pPr>
          </a:lstStyle>
          <a:p xmlns:a="http://schemas.openxmlformats.org/drawingml/2006/main">
            <a:pPr algn="l">
              <a:defRPr sz="2550" b="1">
                <a:solidFill>
                  <a:srgbClr val="111738"/>
                </a:solidFill>
                <a:latin typeface="Avenir Next"/>
                <a:ea typeface="Avenir Next"/>
                <a:cs typeface="Avenir Next"/>
              </a:defRPr>
            </a:pPr>
            <a:r>
              <a:rPr sz="2550" b="1">
                <a:solidFill>
                  <a:srgbClr val="111738"/>
                </a:solidFill>
                <a:latin typeface="Avenir Next"/>
                <a:ea typeface="Avenir Next"/>
                <a:cs typeface="Avenir Next"/>
              </a:rPr>
              <a:t>Particuliers et petits groupes locaux</a:t>
            </a:r>
          </a:p>
        </p:txBody>
      </p:sp>
      <p:sp>
        <p:nvSpPr>
          <p:cNvPr id="15" name="Hypothèse à valider : publics prioritaires">
            <a:extLst xmlns:a="http://schemas.openxmlformats.org/drawingml/2006/main">
              <a:ext uri="{FF2B5EF4-FFF2-40B4-BE49-F238E27FC236}">
                <a16:creationId xmlns:a16="http://schemas.microsoft.com/office/drawing/2014/main" id="{2460E0E2-A154-46D5-9889-A17395EB7614}"/>
              </a:ext>
            </a:extLst>
          </p:cNvPr>
          <p:cNvSpPr>
            <a:spLocks xmlns:a="http://schemas.openxmlformats.org/drawingml/2006/main" noGrp="1"/>
          </p:cNvSpPr>
          <p:nvPr/>
        </p:nvSpPr>
        <p:spPr>
          <a:xfrm xmlns:a="http://schemas.openxmlformats.org/drawingml/2006/main">
            <a:off x="714375" y="59817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0">
                <a:solidFill>
                  <a:srgbClr val="454A66"/>
                </a:solidFill>
                <a:latin typeface="Avenir Next"/>
                <a:ea typeface="Avenir Next"/>
                <a:cs typeface="Avenir Next"/>
              </a:defRPr>
            </a:defPPr>
            <a:lvl1pPr algn="l">
              <a:defRPr sz="1425" b="0">
                <a:solidFill>
                  <a:srgbClr val="454A66"/>
                </a:solidFill>
                <a:latin typeface="Avenir Next"/>
                <a:ea typeface="Avenir Next"/>
                <a:cs typeface="Avenir Next"/>
              </a:defRPr>
            </a:lvl1pPr>
            <a:lvl2pPr algn="l">
              <a:defRPr sz="1425" b="0">
                <a:solidFill>
                  <a:srgbClr val="454A66"/>
                </a:solidFill>
                <a:latin typeface="Avenir Next"/>
                <a:ea typeface="Avenir Next"/>
                <a:cs typeface="Avenir Next"/>
              </a:defRPr>
            </a:lvl2pPr>
            <a:lvl3pPr algn="l">
              <a:defRPr sz="1425" b="0">
                <a:solidFill>
                  <a:srgbClr val="454A66"/>
                </a:solidFill>
                <a:latin typeface="Avenir Next"/>
                <a:ea typeface="Avenir Next"/>
                <a:cs typeface="Avenir Next"/>
              </a:defRPr>
            </a:lvl3pPr>
            <a:lvl4pPr algn="l">
              <a:defRPr sz="1425" b="0">
                <a:solidFill>
                  <a:srgbClr val="454A66"/>
                </a:solidFill>
                <a:latin typeface="Avenir Next"/>
                <a:ea typeface="Avenir Next"/>
                <a:cs typeface="Avenir Next"/>
              </a:defRPr>
            </a:lvl4pPr>
            <a:lvl5pPr algn="l">
              <a:defRPr sz="1425" b="0">
                <a:solidFill>
                  <a:srgbClr val="454A66"/>
                </a:solidFill>
                <a:latin typeface="Avenir Next"/>
                <a:ea typeface="Avenir Next"/>
                <a:cs typeface="Avenir Next"/>
              </a:defRPr>
            </a:lvl5pPr>
            <a:lvl6pPr algn="l">
              <a:defRPr sz="1425" b="0">
                <a:solidFill>
                  <a:srgbClr val="454A66"/>
                </a:solidFill>
                <a:latin typeface="Avenir Next"/>
                <a:ea typeface="Avenir Next"/>
                <a:cs typeface="Avenir Next"/>
              </a:defRPr>
            </a:lvl6pPr>
            <a:lvl7pPr algn="l">
              <a:defRPr sz="1425" b="0">
                <a:solidFill>
                  <a:srgbClr val="454A66"/>
                </a:solidFill>
                <a:latin typeface="Avenir Next"/>
                <a:ea typeface="Avenir Next"/>
                <a:cs typeface="Avenir Next"/>
              </a:defRPr>
            </a:lvl7pPr>
            <a:lvl8pPr algn="l">
              <a:defRPr sz="1425" b="0">
                <a:solidFill>
                  <a:srgbClr val="454A66"/>
                </a:solidFill>
                <a:latin typeface="Avenir Next"/>
                <a:ea typeface="Avenir Next"/>
                <a:cs typeface="Avenir Next"/>
              </a:defRPr>
            </a:lvl8pPr>
            <a:lvl9pPr algn="l">
              <a:defRPr sz="1425" b="0">
                <a:solidFill>
                  <a:srgbClr val="454A66"/>
                </a:solidFill>
                <a:latin typeface="Avenir Next"/>
                <a:ea typeface="Avenir Next"/>
                <a:cs typeface="Avenir Next"/>
              </a:defRPr>
            </a:lvl9pPr>
          </a:lstStyle>
          <a:p xmlns:a="http://schemas.openxmlformats.org/drawingml/2006/main">
            <a:pPr algn="l">
              <a:defRPr sz="1425" b="0">
                <a:solidFill>
                  <a:srgbClr val="454A66"/>
                </a:solidFill>
                <a:latin typeface="Avenir Next"/>
                <a:ea typeface="Avenir Next"/>
                <a:cs typeface="Avenir Next"/>
              </a:defRPr>
            </a:pPr>
            <a:r>
              <a:rPr sz="1425" b="0">
                <a:solidFill>
                  <a:srgbClr val="454A66"/>
                </a:solidFill>
                <a:latin typeface="Avenir Next"/>
                <a:ea typeface="Avenir Next"/>
                <a:cs typeface="Avenir Next"/>
              </a:rPr>
              <a:t>Hypothèse à valider : publics prioritaires et zone de lancement</a:t>
            </a:r>
          </a:p>
        </p:txBody>
      </p:sp>
    </p:spTree>
    <p:extLst>
      <p:ext uri="{BB962C8B-B14F-4D97-AF65-F5344CB8AC3E}">
        <p14:creationId xmlns:p14="http://schemas.microsoft.com/office/powerpoint/2010/main" val="201036085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Périmètre de la première version">
            <a:extLst xmlns:a="http://schemas.openxmlformats.org/drawingml/2006/main">
              <a:ext uri="{FF2B5EF4-FFF2-40B4-BE49-F238E27FC236}">
                <a16:creationId xmlns:a16="http://schemas.microsoft.com/office/drawing/2014/main" id="{14B69DA0-5C22-4434-8B1D-A3D2A3E120DC}"/>
              </a:ext>
            </a:extLst>
          </p:cNvPr>
          <p:cNvSpPr>
            <a:spLocks xmlns:a="http://schemas.openxmlformats.org/drawingml/2006/main" noGrp="1"/>
          </p:cNvSpPr>
          <p:nvPr/>
        </p:nvSpPr>
        <p:spPr>
          <a:xfrm xmlns:a="http://schemas.openxmlformats.org/drawingml/2006/main">
            <a:off x="609600" y="42862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1738"/>
                </a:solidFill>
                <a:latin typeface="Avenir Next"/>
                <a:ea typeface="Avenir Next"/>
                <a:cs typeface="Avenir Next"/>
              </a:defRPr>
            </a:defPPr>
            <a:lvl1pPr algn="l">
              <a:defRPr sz="3300" b="1">
                <a:solidFill>
                  <a:srgbClr val="111738"/>
                </a:solidFill>
                <a:latin typeface="Avenir Next"/>
                <a:ea typeface="Avenir Next"/>
                <a:cs typeface="Avenir Next"/>
              </a:defRPr>
            </a:lvl1pPr>
            <a:lvl2pPr algn="l">
              <a:defRPr sz="3300" b="1">
                <a:solidFill>
                  <a:srgbClr val="111738"/>
                </a:solidFill>
                <a:latin typeface="Avenir Next"/>
                <a:ea typeface="Avenir Next"/>
                <a:cs typeface="Avenir Next"/>
              </a:defRPr>
            </a:lvl2pPr>
            <a:lvl3pPr algn="l">
              <a:defRPr sz="3300" b="1">
                <a:solidFill>
                  <a:srgbClr val="111738"/>
                </a:solidFill>
                <a:latin typeface="Avenir Next"/>
                <a:ea typeface="Avenir Next"/>
                <a:cs typeface="Avenir Next"/>
              </a:defRPr>
            </a:lvl3pPr>
            <a:lvl4pPr algn="l">
              <a:defRPr sz="3300" b="1">
                <a:solidFill>
                  <a:srgbClr val="111738"/>
                </a:solidFill>
                <a:latin typeface="Avenir Next"/>
                <a:ea typeface="Avenir Next"/>
                <a:cs typeface="Avenir Next"/>
              </a:defRPr>
            </a:lvl4pPr>
            <a:lvl5pPr algn="l">
              <a:defRPr sz="3300" b="1">
                <a:solidFill>
                  <a:srgbClr val="111738"/>
                </a:solidFill>
                <a:latin typeface="Avenir Next"/>
                <a:ea typeface="Avenir Next"/>
                <a:cs typeface="Avenir Next"/>
              </a:defRPr>
            </a:lvl5pPr>
            <a:lvl6pPr algn="l">
              <a:defRPr sz="3300" b="1">
                <a:solidFill>
                  <a:srgbClr val="111738"/>
                </a:solidFill>
                <a:latin typeface="Avenir Next"/>
                <a:ea typeface="Avenir Next"/>
                <a:cs typeface="Avenir Next"/>
              </a:defRPr>
            </a:lvl6pPr>
            <a:lvl7pPr algn="l">
              <a:defRPr sz="3300" b="1">
                <a:solidFill>
                  <a:srgbClr val="111738"/>
                </a:solidFill>
                <a:latin typeface="Avenir Next"/>
                <a:ea typeface="Avenir Next"/>
                <a:cs typeface="Avenir Next"/>
              </a:defRPr>
            </a:lvl7pPr>
            <a:lvl8pPr algn="l">
              <a:defRPr sz="3300" b="1">
                <a:solidFill>
                  <a:srgbClr val="111738"/>
                </a:solidFill>
                <a:latin typeface="Avenir Next"/>
                <a:ea typeface="Avenir Next"/>
                <a:cs typeface="Avenir Next"/>
              </a:defRPr>
            </a:lvl8pPr>
            <a:lvl9pPr algn="l">
              <a:defRPr sz="3300" b="1">
                <a:solidFill>
                  <a:srgbClr val="111738"/>
                </a:solidFill>
                <a:latin typeface="Avenir Next"/>
                <a:ea typeface="Avenir Next"/>
                <a:cs typeface="Avenir Next"/>
              </a:defRPr>
            </a:lvl9pPr>
          </a:lstStyle>
          <a:p xmlns:a="http://schemas.openxmlformats.org/drawingml/2006/main">
            <a:pPr algn="l">
              <a:defRPr sz="3300" b="1">
                <a:solidFill>
                  <a:srgbClr val="111738"/>
                </a:solidFill>
                <a:latin typeface="Avenir Next"/>
                <a:ea typeface="Avenir Next"/>
                <a:cs typeface="Avenir Next"/>
              </a:defRPr>
            </a:pPr>
            <a:r>
              <a:rPr sz="3300" b="1">
                <a:solidFill>
                  <a:srgbClr val="111738"/>
                </a:solidFill>
                <a:latin typeface="Avenir Next"/>
                <a:ea typeface="Avenir Next"/>
                <a:cs typeface="Avenir Next"/>
              </a:rPr>
              <a:t>Périmètre de la première version</a:t>
            </a:r>
          </a:p>
        </p:txBody>
      </p:sp>
      <p:sp>
        <p:nvSpPr>
          <p:cNvPr id="2" name="Un socle imposé, un parcours métier propos">
            <a:extLst xmlns:a="http://schemas.openxmlformats.org/drawingml/2006/main">
              <a:ext uri="{FF2B5EF4-FFF2-40B4-BE49-F238E27FC236}">
                <a16:creationId xmlns:a16="http://schemas.microsoft.com/office/drawing/2014/main" id="{B0324FFD-E9FF-464D-8EE2-149B1F72FF1F}"/>
              </a:ext>
            </a:extLst>
          </p:cNvPr>
          <p:cNvSpPr>
            <a:spLocks xmlns:a="http://schemas.openxmlformats.org/drawingml/2006/main" noGrp="1"/>
          </p:cNvSpPr>
          <p:nvPr/>
        </p:nvSpPr>
        <p:spPr>
          <a:xfrm xmlns:a="http://schemas.openxmlformats.org/drawingml/2006/main">
            <a:off x="609600" y="1190625"/>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454A66"/>
                </a:solidFill>
                <a:latin typeface="Avenir Next"/>
                <a:ea typeface="Avenir Next"/>
                <a:cs typeface="Avenir Next"/>
              </a:defRPr>
            </a:defPPr>
            <a:lvl1pPr algn="l">
              <a:defRPr sz="1725" b="0">
                <a:solidFill>
                  <a:srgbClr val="454A66"/>
                </a:solidFill>
                <a:latin typeface="Avenir Next"/>
                <a:ea typeface="Avenir Next"/>
                <a:cs typeface="Avenir Next"/>
              </a:defRPr>
            </a:lvl1pPr>
            <a:lvl2pPr algn="l">
              <a:defRPr sz="1725" b="0">
                <a:solidFill>
                  <a:srgbClr val="454A66"/>
                </a:solidFill>
                <a:latin typeface="Avenir Next"/>
                <a:ea typeface="Avenir Next"/>
                <a:cs typeface="Avenir Next"/>
              </a:defRPr>
            </a:lvl2pPr>
            <a:lvl3pPr algn="l">
              <a:defRPr sz="1725" b="0">
                <a:solidFill>
                  <a:srgbClr val="454A66"/>
                </a:solidFill>
                <a:latin typeface="Avenir Next"/>
                <a:ea typeface="Avenir Next"/>
                <a:cs typeface="Avenir Next"/>
              </a:defRPr>
            </a:lvl3pPr>
            <a:lvl4pPr algn="l">
              <a:defRPr sz="1725" b="0">
                <a:solidFill>
                  <a:srgbClr val="454A66"/>
                </a:solidFill>
                <a:latin typeface="Avenir Next"/>
                <a:ea typeface="Avenir Next"/>
                <a:cs typeface="Avenir Next"/>
              </a:defRPr>
            </a:lvl4pPr>
            <a:lvl5pPr algn="l">
              <a:defRPr sz="1725" b="0">
                <a:solidFill>
                  <a:srgbClr val="454A66"/>
                </a:solidFill>
                <a:latin typeface="Avenir Next"/>
                <a:ea typeface="Avenir Next"/>
                <a:cs typeface="Avenir Next"/>
              </a:defRPr>
            </a:lvl5pPr>
            <a:lvl6pPr algn="l">
              <a:defRPr sz="1725" b="0">
                <a:solidFill>
                  <a:srgbClr val="454A66"/>
                </a:solidFill>
                <a:latin typeface="Avenir Next"/>
                <a:ea typeface="Avenir Next"/>
                <a:cs typeface="Avenir Next"/>
              </a:defRPr>
            </a:lvl6pPr>
            <a:lvl7pPr algn="l">
              <a:defRPr sz="1725" b="0">
                <a:solidFill>
                  <a:srgbClr val="454A66"/>
                </a:solidFill>
                <a:latin typeface="Avenir Next"/>
                <a:ea typeface="Avenir Next"/>
                <a:cs typeface="Avenir Next"/>
              </a:defRPr>
            </a:lvl7pPr>
            <a:lvl8pPr algn="l">
              <a:defRPr sz="1725" b="0">
                <a:solidFill>
                  <a:srgbClr val="454A66"/>
                </a:solidFill>
                <a:latin typeface="Avenir Next"/>
                <a:ea typeface="Avenir Next"/>
                <a:cs typeface="Avenir Next"/>
              </a:defRPr>
            </a:lvl8pPr>
            <a:lvl9pPr algn="l">
              <a:defRPr sz="1725" b="0">
                <a:solidFill>
                  <a:srgbClr val="454A66"/>
                </a:solidFill>
                <a:latin typeface="Avenir Next"/>
                <a:ea typeface="Avenir Next"/>
                <a:cs typeface="Avenir Next"/>
              </a:defRPr>
            </a:lvl9pPr>
          </a:lstStyle>
          <a:p xmlns:a="http://schemas.openxmlformats.org/drawingml/2006/main">
            <a:pPr algn="l">
              <a:defRPr sz="1725" b="0">
                <a:solidFill>
                  <a:srgbClr val="454A66"/>
                </a:solidFill>
                <a:latin typeface="Avenir Next"/>
                <a:ea typeface="Avenir Next"/>
                <a:cs typeface="Avenir Next"/>
              </a:defRPr>
            </a:pPr>
            <a:r>
              <a:rPr sz="1725" b="0">
                <a:solidFill>
                  <a:srgbClr val="454A66"/>
                </a:solidFill>
                <a:latin typeface="Avenir Next"/>
                <a:ea typeface="Avenir Next"/>
                <a:cs typeface="Avenir Next"/>
              </a:rPr>
              <a:t>Un socle imposé, un parcours métier proposé, des extensions différées</a:t>
            </a:r>
          </a:p>
        </p:txBody>
      </p:sp>
      <p:sp>
        <p:nvSpPr>
          <p:cNvPr id="3" name="G1D Lab  /  APP ISEP">
            <a:extLst xmlns:a="http://schemas.openxmlformats.org/drawingml/2006/main">
              <a:ext uri="{FF2B5EF4-FFF2-40B4-BE49-F238E27FC236}">
                <a16:creationId xmlns:a16="http://schemas.microsoft.com/office/drawing/2014/main" id="{573A4584-087E-45F5-9B75-AA3C89567CAB}"/>
              </a:ext>
            </a:extLst>
          </p:cNvPr>
          <p:cNvSpPr>
            <a:spLocks xmlns:a="http://schemas.openxmlformats.org/drawingml/2006/main" noGrp="1"/>
          </p:cNvSpPr>
          <p:nvPr/>
        </p:nvSpPr>
        <p:spPr>
          <a:xfrm xmlns:a="http://schemas.openxmlformats.org/drawingml/2006/main">
            <a:off x="609600" y="6448425"/>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454A66"/>
                </a:solidFill>
                <a:latin typeface="Avenir Next"/>
                <a:ea typeface="Avenir Next"/>
                <a:cs typeface="Avenir Next"/>
              </a:defRPr>
            </a:defPPr>
            <a:lvl1pPr algn="l">
              <a:defRPr sz="1125" b="0">
                <a:solidFill>
                  <a:srgbClr val="454A66"/>
                </a:solidFill>
                <a:latin typeface="Avenir Next"/>
                <a:ea typeface="Avenir Next"/>
                <a:cs typeface="Avenir Next"/>
              </a:defRPr>
            </a:lvl1pPr>
            <a:lvl2pPr algn="l">
              <a:defRPr sz="1125" b="0">
                <a:solidFill>
                  <a:srgbClr val="454A66"/>
                </a:solidFill>
                <a:latin typeface="Avenir Next"/>
                <a:ea typeface="Avenir Next"/>
                <a:cs typeface="Avenir Next"/>
              </a:defRPr>
            </a:lvl2pPr>
            <a:lvl3pPr algn="l">
              <a:defRPr sz="1125" b="0">
                <a:solidFill>
                  <a:srgbClr val="454A66"/>
                </a:solidFill>
                <a:latin typeface="Avenir Next"/>
                <a:ea typeface="Avenir Next"/>
                <a:cs typeface="Avenir Next"/>
              </a:defRPr>
            </a:lvl3pPr>
            <a:lvl4pPr algn="l">
              <a:defRPr sz="1125" b="0">
                <a:solidFill>
                  <a:srgbClr val="454A66"/>
                </a:solidFill>
                <a:latin typeface="Avenir Next"/>
                <a:ea typeface="Avenir Next"/>
                <a:cs typeface="Avenir Next"/>
              </a:defRPr>
            </a:lvl4pPr>
            <a:lvl5pPr algn="l">
              <a:defRPr sz="1125" b="0">
                <a:solidFill>
                  <a:srgbClr val="454A66"/>
                </a:solidFill>
                <a:latin typeface="Avenir Next"/>
                <a:ea typeface="Avenir Next"/>
                <a:cs typeface="Avenir Next"/>
              </a:defRPr>
            </a:lvl5pPr>
            <a:lvl6pPr algn="l">
              <a:defRPr sz="1125" b="0">
                <a:solidFill>
                  <a:srgbClr val="454A66"/>
                </a:solidFill>
                <a:latin typeface="Avenir Next"/>
                <a:ea typeface="Avenir Next"/>
                <a:cs typeface="Avenir Next"/>
              </a:defRPr>
            </a:lvl6pPr>
            <a:lvl7pPr algn="l">
              <a:defRPr sz="1125" b="0">
                <a:solidFill>
                  <a:srgbClr val="454A66"/>
                </a:solidFill>
                <a:latin typeface="Avenir Next"/>
                <a:ea typeface="Avenir Next"/>
                <a:cs typeface="Avenir Next"/>
              </a:defRPr>
            </a:lvl7pPr>
            <a:lvl8pPr algn="l">
              <a:defRPr sz="1125" b="0">
                <a:solidFill>
                  <a:srgbClr val="454A66"/>
                </a:solidFill>
                <a:latin typeface="Avenir Next"/>
                <a:ea typeface="Avenir Next"/>
                <a:cs typeface="Avenir Next"/>
              </a:defRPr>
            </a:lvl8pPr>
            <a:lvl9pPr algn="l">
              <a:defRPr sz="1125" b="0">
                <a:solidFill>
                  <a:srgbClr val="454A66"/>
                </a:solidFill>
                <a:latin typeface="Avenir Next"/>
                <a:ea typeface="Avenir Next"/>
                <a:cs typeface="Avenir Next"/>
              </a:defRPr>
            </a:lvl9pPr>
          </a:lstStyle>
          <a:p xmlns:a="http://schemas.openxmlformats.org/drawingml/2006/main">
            <a:pPr algn="l">
              <a:defRPr sz="1125" b="0">
                <a:solidFill>
                  <a:srgbClr val="454A66"/>
                </a:solidFill>
                <a:latin typeface="Avenir Next"/>
                <a:ea typeface="Avenir Next"/>
                <a:cs typeface="Avenir Next"/>
              </a:defRPr>
            </a:pPr>
            <a:r>
              <a:rPr sz="1125" b="0">
                <a:solidFill>
                  <a:srgbClr val="454A66"/>
                </a:solidFill>
                <a:latin typeface="Avenir Next"/>
                <a:ea typeface="Avenir Next"/>
                <a:cs typeface="Avenir Next"/>
              </a:rPr>
              <a:t>G1D Lab  /  APP ISEP</a:t>
            </a:r>
          </a:p>
        </p:txBody>
      </p:sp>
      <p:sp>
        <p:nvSpPr>
          <p:cNvPr id="4" name="03">
            <a:extLst xmlns:a="http://schemas.openxmlformats.org/drawingml/2006/main">
              <a:ext uri="{FF2B5EF4-FFF2-40B4-BE49-F238E27FC236}">
                <a16:creationId xmlns:a16="http://schemas.microsoft.com/office/drawing/2014/main" id="{013C72DF-C5FE-49C3-BE90-B369FB97AA43}"/>
              </a:ext>
            </a:extLst>
          </p:cNvPr>
          <p:cNvSpPr>
            <a:spLocks xmlns:a="http://schemas.openxmlformats.org/drawingml/2006/main" noGrp="1"/>
          </p:cNvSpPr>
          <p:nvPr/>
        </p:nvSpPr>
        <p:spPr>
          <a:xfrm xmlns:a="http://schemas.openxmlformats.org/drawingml/2006/main">
            <a:off x="10953750" y="641985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75" b="0">
                <a:solidFill>
                  <a:srgbClr val="454A66"/>
                </a:solidFill>
                <a:latin typeface="Avenir Next"/>
                <a:ea typeface="Avenir Next"/>
                <a:cs typeface="Avenir Next"/>
              </a:defRPr>
            </a:defPPr>
            <a:lvl1pPr algn="r">
              <a:defRPr sz="1275" b="0">
                <a:solidFill>
                  <a:srgbClr val="454A66"/>
                </a:solidFill>
                <a:latin typeface="Avenir Next"/>
                <a:ea typeface="Avenir Next"/>
                <a:cs typeface="Avenir Next"/>
              </a:defRPr>
            </a:lvl1pPr>
            <a:lvl2pPr algn="r">
              <a:defRPr sz="1275" b="0">
                <a:solidFill>
                  <a:srgbClr val="454A66"/>
                </a:solidFill>
                <a:latin typeface="Avenir Next"/>
                <a:ea typeface="Avenir Next"/>
                <a:cs typeface="Avenir Next"/>
              </a:defRPr>
            </a:lvl2pPr>
            <a:lvl3pPr algn="r">
              <a:defRPr sz="1275" b="0">
                <a:solidFill>
                  <a:srgbClr val="454A66"/>
                </a:solidFill>
                <a:latin typeface="Avenir Next"/>
                <a:ea typeface="Avenir Next"/>
                <a:cs typeface="Avenir Next"/>
              </a:defRPr>
            </a:lvl3pPr>
            <a:lvl4pPr algn="r">
              <a:defRPr sz="1275" b="0">
                <a:solidFill>
                  <a:srgbClr val="454A66"/>
                </a:solidFill>
                <a:latin typeface="Avenir Next"/>
                <a:ea typeface="Avenir Next"/>
                <a:cs typeface="Avenir Next"/>
              </a:defRPr>
            </a:lvl4pPr>
            <a:lvl5pPr algn="r">
              <a:defRPr sz="1275" b="0">
                <a:solidFill>
                  <a:srgbClr val="454A66"/>
                </a:solidFill>
                <a:latin typeface="Avenir Next"/>
                <a:ea typeface="Avenir Next"/>
                <a:cs typeface="Avenir Next"/>
              </a:defRPr>
            </a:lvl5pPr>
            <a:lvl6pPr algn="r">
              <a:defRPr sz="1275" b="0">
                <a:solidFill>
                  <a:srgbClr val="454A66"/>
                </a:solidFill>
                <a:latin typeface="Avenir Next"/>
                <a:ea typeface="Avenir Next"/>
                <a:cs typeface="Avenir Next"/>
              </a:defRPr>
            </a:lvl6pPr>
            <a:lvl7pPr algn="r">
              <a:defRPr sz="1275" b="0">
                <a:solidFill>
                  <a:srgbClr val="454A66"/>
                </a:solidFill>
                <a:latin typeface="Avenir Next"/>
                <a:ea typeface="Avenir Next"/>
                <a:cs typeface="Avenir Next"/>
              </a:defRPr>
            </a:lvl7pPr>
            <a:lvl8pPr algn="r">
              <a:defRPr sz="1275" b="0">
                <a:solidFill>
                  <a:srgbClr val="454A66"/>
                </a:solidFill>
                <a:latin typeface="Avenir Next"/>
                <a:ea typeface="Avenir Next"/>
                <a:cs typeface="Avenir Next"/>
              </a:defRPr>
            </a:lvl8pPr>
            <a:lvl9pPr algn="r">
              <a:defRPr sz="1275" b="0">
                <a:solidFill>
                  <a:srgbClr val="454A66"/>
                </a:solidFill>
                <a:latin typeface="Avenir Next"/>
                <a:ea typeface="Avenir Next"/>
                <a:cs typeface="Avenir Next"/>
              </a:defRPr>
            </a:lvl9pPr>
          </a:lstStyle>
          <a:p xmlns:a="http://schemas.openxmlformats.org/drawingml/2006/main">
            <a:pPr algn="r">
              <a:defRPr sz="1275" b="0">
                <a:solidFill>
                  <a:srgbClr val="454A66"/>
                </a:solidFill>
                <a:latin typeface="Avenir Next"/>
                <a:ea typeface="Avenir Next"/>
                <a:cs typeface="Avenir Next"/>
              </a:defRPr>
            </a:pPr>
            <a:r>
              <a:rPr sz="1275" b="0">
                <a:solidFill>
                  <a:srgbClr val="454A66"/>
                </a:solidFill>
                <a:latin typeface="Avenir Next"/>
                <a:ea typeface="Avenir Next"/>
                <a:cs typeface="Avenir Next"/>
              </a:rPr>
              <a:t>03</a:t>
            </a:r>
          </a:p>
        </p:txBody>
      </p:sp>
      <p:sp>
        <p:nvSpPr>
          <p:cNvPr id="5" name="Inclus dans le cadrage">
            <a:extLst xmlns:a="http://schemas.openxmlformats.org/drawingml/2006/main">
              <a:ext uri="{FF2B5EF4-FFF2-40B4-BE49-F238E27FC236}">
                <a16:creationId xmlns:a16="http://schemas.microsoft.com/office/drawing/2014/main" id="{0BFC6687-24E4-45F3-BDE8-099E39E733D1}"/>
              </a:ext>
            </a:extLst>
          </p:cNvPr>
          <p:cNvSpPr>
            <a:spLocks xmlns:a="http://schemas.openxmlformats.org/drawingml/2006/main" noGrp="1"/>
          </p:cNvSpPr>
          <p:nvPr/>
        </p:nvSpPr>
        <p:spPr>
          <a:xfrm xmlns:a="http://schemas.openxmlformats.org/drawingml/2006/main">
            <a:off x="714375" y="2000250"/>
            <a:ext cx="5095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325" b="1">
                <a:solidFill>
                  <a:srgbClr val="2066FA"/>
                </a:solidFill>
                <a:latin typeface="Avenir Next"/>
                <a:ea typeface="Avenir Next"/>
                <a:cs typeface="Avenir Next"/>
              </a:defRPr>
            </a:defPPr>
            <a:lvl1pPr algn="l">
              <a:defRPr sz="2325" b="1">
                <a:solidFill>
                  <a:srgbClr val="2066FA"/>
                </a:solidFill>
                <a:latin typeface="Avenir Next"/>
                <a:ea typeface="Avenir Next"/>
                <a:cs typeface="Avenir Next"/>
              </a:defRPr>
            </a:lvl1pPr>
            <a:lvl2pPr algn="l">
              <a:defRPr sz="2325" b="1">
                <a:solidFill>
                  <a:srgbClr val="2066FA"/>
                </a:solidFill>
                <a:latin typeface="Avenir Next"/>
                <a:ea typeface="Avenir Next"/>
                <a:cs typeface="Avenir Next"/>
              </a:defRPr>
            </a:lvl2pPr>
            <a:lvl3pPr algn="l">
              <a:defRPr sz="2325" b="1">
                <a:solidFill>
                  <a:srgbClr val="2066FA"/>
                </a:solidFill>
                <a:latin typeface="Avenir Next"/>
                <a:ea typeface="Avenir Next"/>
                <a:cs typeface="Avenir Next"/>
              </a:defRPr>
            </a:lvl3pPr>
            <a:lvl4pPr algn="l">
              <a:defRPr sz="2325" b="1">
                <a:solidFill>
                  <a:srgbClr val="2066FA"/>
                </a:solidFill>
                <a:latin typeface="Avenir Next"/>
                <a:ea typeface="Avenir Next"/>
                <a:cs typeface="Avenir Next"/>
              </a:defRPr>
            </a:lvl4pPr>
            <a:lvl5pPr algn="l">
              <a:defRPr sz="2325" b="1">
                <a:solidFill>
                  <a:srgbClr val="2066FA"/>
                </a:solidFill>
                <a:latin typeface="Avenir Next"/>
                <a:ea typeface="Avenir Next"/>
                <a:cs typeface="Avenir Next"/>
              </a:defRPr>
            </a:lvl5pPr>
            <a:lvl6pPr algn="l">
              <a:defRPr sz="2325" b="1">
                <a:solidFill>
                  <a:srgbClr val="2066FA"/>
                </a:solidFill>
                <a:latin typeface="Avenir Next"/>
                <a:ea typeface="Avenir Next"/>
                <a:cs typeface="Avenir Next"/>
              </a:defRPr>
            </a:lvl6pPr>
            <a:lvl7pPr algn="l">
              <a:defRPr sz="2325" b="1">
                <a:solidFill>
                  <a:srgbClr val="2066FA"/>
                </a:solidFill>
                <a:latin typeface="Avenir Next"/>
                <a:ea typeface="Avenir Next"/>
                <a:cs typeface="Avenir Next"/>
              </a:defRPr>
            </a:lvl7pPr>
            <a:lvl8pPr algn="l">
              <a:defRPr sz="2325" b="1">
                <a:solidFill>
                  <a:srgbClr val="2066FA"/>
                </a:solidFill>
                <a:latin typeface="Avenir Next"/>
                <a:ea typeface="Avenir Next"/>
                <a:cs typeface="Avenir Next"/>
              </a:defRPr>
            </a:lvl8pPr>
            <a:lvl9pPr algn="l">
              <a:defRPr sz="2325" b="1">
                <a:solidFill>
                  <a:srgbClr val="2066FA"/>
                </a:solidFill>
                <a:latin typeface="Avenir Next"/>
                <a:ea typeface="Avenir Next"/>
                <a:cs typeface="Avenir Next"/>
              </a:defRPr>
            </a:lvl9pPr>
          </a:lstStyle>
          <a:p xmlns:a="http://schemas.openxmlformats.org/drawingml/2006/main">
            <a:pPr algn="l">
              <a:defRPr sz="2325" b="1">
                <a:solidFill>
                  <a:srgbClr val="2066FA"/>
                </a:solidFill>
                <a:latin typeface="Avenir Next"/>
                <a:ea typeface="Avenir Next"/>
                <a:cs typeface="Avenir Next"/>
              </a:defRPr>
            </a:pPr>
            <a:r>
              <a:rPr sz="2325" b="1">
                <a:solidFill>
                  <a:srgbClr val="2066FA"/>
                </a:solidFill>
                <a:latin typeface="Avenir Next"/>
                <a:ea typeface="Avenir Next"/>
                <a:cs typeface="Avenir Next"/>
              </a:rPr>
              <a:t>Inclus dans le cadrage</a:t>
            </a:r>
          </a:p>
        </p:txBody>
      </p:sp>
      <p:sp>
        <p:nvSpPr>
          <p:cNvPr id="6" name="À différer">
            <a:extLst xmlns:a="http://schemas.openxmlformats.org/drawingml/2006/main">
              <a:ext uri="{FF2B5EF4-FFF2-40B4-BE49-F238E27FC236}">
                <a16:creationId xmlns:a16="http://schemas.microsoft.com/office/drawing/2014/main" id="{74BC34DE-1F86-4379-9FF8-F9454915750D}"/>
              </a:ext>
            </a:extLst>
          </p:cNvPr>
          <p:cNvSpPr>
            <a:spLocks xmlns:a="http://schemas.openxmlformats.org/drawingml/2006/main" noGrp="1"/>
          </p:cNvSpPr>
          <p:nvPr/>
        </p:nvSpPr>
        <p:spPr>
          <a:xfrm xmlns:a="http://schemas.openxmlformats.org/drawingml/2006/main">
            <a:off x="6572250" y="2000250"/>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325" b="1">
                <a:solidFill>
                  <a:srgbClr val="8B62F4"/>
                </a:solidFill>
                <a:latin typeface="Avenir Next"/>
                <a:ea typeface="Avenir Next"/>
                <a:cs typeface="Avenir Next"/>
              </a:defRPr>
            </a:defPPr>
            <a:lvl1pPr algn="l">
              <a:defRPr sz="2325" b="1">
                <a:solidFill>
                  <a:srgbClr val="8B62F4"/>
                </a:solidFill>
                <a:latin typeface="Avenir Next"/>
                <a:ea typeface="Avenir Next"/>
                <a:cs typeface="Avenir Next"/>
              </a:defRPr>
            </a:lvl1pPr>
            <a:lvl2pPr algn="l">
              <a:defRPr sz="2325" b="1">
                <a:solidFill>
                  <a:srgbClr val="8B62F4"/>
                </a:solidFill>
                <a:latin typeface="Avenir Next"/>
                <a:ea typeface="Avenir Next"/>
                <a:cs typeface="Avenir Next"/>
              </a:defRPr>
            </a:lvl2pPr>
            <a:lvl3pPr algn="l">
              <a:defRPr sz="2325" b="1">
                <a:solidFill>
                  <a:srgbClr val="8B62F4"/>
                </a:solidFill>
                <a:latin typeface="Avenir Next"/>
                <a:ea typeface="Avenir Next"/>
                <a:cs typeface="Avenir Next"/>
              </a:defRPr>
            </a:lvl3pPr>
            <a:lvl4pPr algn="l">
              <a:defRPr sz="2325" b="1">
                <a:solidFill>
                  <a:srgbClr val="8B62F4"/>
                </a:solidFill>
                <a:latin typeface="Avenir Next"/>
                <a:ea typeface="Avenir Next"/>
                <a:cs typeface="Avenir Next"/>
              </a:defRPr>
            </a:lvl4pPr>
            <a:lvl5pPr algn="l">
              <a:defRPr sz="2325" b="1">
                <a:solidFill>
                  <a:srgbClr val="8B62F4"/>
                </a:solidFill>
                <a:latin typeface="Avenir Next"/>
                <a:ea typeface="Avenir Next"/>
                <a:cs typeface="Avenir Next"/>
              </a:defRPr>
            </a:lvl5pPr>
            <a:lvl6pPr algn="l">
              <a:defRPr sz="2325" b="1">
                <a:solidFill>
                  <a:srgbClr val="8B62F4"/>
                </a:solidFill>
                <a:latin typeface="Avenir Next"/>
                <a:ea typeface="Avenir Next"/>
                <a:cs typeface="Avenir Next"/>
              </a:defRPr>
            </a:lvl6pPr>
            <a:lvl7pPr algn="l">
              <a:defRPr sz="2325" b="1">
                <a:solidFill>
                  <a:srgbClr val="8B62F4"/>
                </a:solidFill>
                <a:latin typeface="Avenir Next"/>
                <a:ea typeface="Avenir Next"/>
                <a:cs typeface="Avenir Next"/>
              </a:defRPr>
            </a:lvl7pPr>
            <a:lvl8pPr algn="l">
              <a:defRPr sz="2325" b="1">
                <a:solidFill>
                  <a:srgbClr val="8B62F4"/>
                </a:solidFill>
                <a:latin typeface="Avenir Next"/>
                <a:ea typeface="Avenir Next"/>
                <a:cs typeface="Avenir Next"/>
              </a:defRPr>
            </a:lvl8pPr>
            <a:lvl9pPr algn="l">
              <a:defRPr sz="2325" b="1">
                <a:solidFill>
                  <a:srgbClr val="8B62F4"/>
                </a:solidFill>
                <a:latin typeface="Avenir Next"/>
                <a:ea typeface="Avenir Next"/>
                <a:cs typeface="Avenir Next"/>
              </a:defRPr>
            </a:lvl9pPr>
          </a:lstStyle>
          <a:p xmlns:a="http://schemas.openxmlformats.org/drawingml/2006/main">
            <a:pPr algn="l">
              <a:defRPr sz="2325" b="1">
                <a:solidFill>
                  <a:srgbClr val="8B62F4"/>
                </a:solidFill>
                <a:latin typeface="Avenir Next"/>
                <a:ea typeface="Avenir Next"/>
                <a:cs typeface="Avenir Next"/>
              </a:defRPr>
            </a:pPr>
            <a:r>
              <a:rPr sz="2325" b="1">
                <a:solidFill>
                  <a:srgbClr val="8B62F4"/>
                </a:solidFill>
                <a:latin typeface="Avenir Next"/>
                <a:ea typeface="Avenir Next"/>
                <a:cs typeface="Avenir Next"/>
              </a:rPr>
              <a:t>À différer</a:t>
            </a:r>
          </a:p>
        </p:txBody>
      </p:sp>
      <p:sp>
        <p:nvSpPr>
          <p:cNvPr id="7" name="01">
            <a:extLst xmlns:a="http://schemas.openxmlformats.org/drawingml/2006/main">
              <a:ext uri="{FF2B5EF4-FFF2-40B4-BE49-F238E27FC236}">
                <a16:creationId xmlns:a16="http://schemas.microsoft.com/office/drawing/2014/main" id="{A0C0FD13-90D4-4FDD-904C-D26F3D0112F9}"/>
              </a:ext>
            </a:extLst>
          </p:cNvPr>
          <p:cNvSpPr>
            <a:spLocks xmlns:a="http://schemas.openxmlformats.org/drawingml/2006/main" noGrp="1"/>
          </p:cNvSpPr>
          <p:nvPr/>
        </p:nvSpPr>
        <p:spPr>
          <a:xfrm xmlns:a="http://schemas.openxmlformats.org/drawingml/2006/main">
            <a:off x="714375" y="2714625"/>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625" b="1">
                <a:solidFill>
                  <a:srgbClr val="2066FA"/>
                </a:solidFill>
                <a:latin typeface="Avenir Next"/>
                <a:ea typeface="Avenir Next"/>
                <a:cs typeface="Avenir Next"/>
              </a:defRPr>
            </a:defPPr>
            <a:lvl1pPr algn="l">
              <a:defRPr sz="2625" b="1">
                <a:solidFill>
                  <a:srgbClr val="2066FA"/>
                </a:solidFill>
                <a:latin typeface="Avenir Next"/>
                <a:ea typeface="Avenir Next"/>
                <a:cs typeface="Avenir Next"/>
              </a:defRPr>
            </a:lvl1pPr>
            <a:lvl2pPr algn="l">
              <a:defRPr sz="2625" b="1">
                <a:solidFill>
                  <a:srgbClr val="2066FA"/>
                </a:solidFill>
                <a:latin typeface="Avenir Next"/>
                <a:ea typeface="Avenir Next"/>
                <a:cs typeface="Avenir Next"/>
              </a:defRPr>
            </a:lvl2pPr>
            <a:lvl3pPr algn="l">
              <a:defRPr sz="2625" b="1">
                <a:solidFill>
                  <a:srgbClr val="2066FA"/>
                </a:solidFill>
                <a:latin typeface="Avenir Next"/>
                <a:ea typeface="Avenir Next"/>
                <a:cs typeface="Avenir Next"/>
              </a:defRPr>
            </a:lvl3pPr>
            <a:lvl4pPr algn="l">
              <a:defRPr sz="2625" b="1">
                <a:solidFill>
                  <a:srgbClr val="2066FA"/>
                </a:solidFill>
                <a:latin typeface="Avenir Next"/>
                <a:ea typeface="Avenir Next"/>
                <a:cs typeface="Avenir Next"/>
              </a:defRPr>
            </a:lvl4pPr>
            <a:lvl5pPr algn="l">
              <a:defRPr sz="2625" b="1">
                <a:solidFill>
                  <a:srgbClr val="2066FA"/>
                </a:solidFill>
                <a:latin typeface="Avenir Next"/>
                <a:ea typeface="Avenir Next"/>
                <a:cs typeface="Avenir Next"/>
              </a:defRPr>
            </a:lvl5pPr>
            <a:lvl6pPr algn="l">
              <a:defRPr sz="2625" b="1">
                <a:solidFill>
                  <a:srgbClr val="2066FA"/>
                </a:solidFill>
                <a:latin typeface="Avenir Next"/>
                <a:ea typeface="Avenir Next"/>
                <a:cs typeface="Avenir Next"/>
              </a:defRPr>
            </a:lvl6pPr>
            <a:lvl7pPr algn="l">
              <a:defRPr sz="2625" b="1">
                <a:solidFill>
                  <a:srgbClr val="2066FA"/>
                </a:solidFill>
                <a:latin typeface="Avenir Next"/>
                <a:ea typeface="Avenir Next"/>
                <a:cs typeface="Avenir Next"/>
              </a:defRPr>
            </a:lvl7pPr>
            <a:lvl8pPr algn="l">
              <a:defRPr sz="2625" b="1">
                <a:solidFill>
                  <a:srgbClr val="2066FA"/>
                </a:solidFill>
                <a:latin typeface="Avenir Next"/>
                <a:ea typeface="Avenir Next"/>
                <a:cs typeface="Avenir Next"/>
              </a:defRPr>
            </a:lvl8pPr>
            <a:lvl9pPr algn="l">
              <a:defRPr sz="2625" b="1">
                <a:solidFill>
                  <a:srgbClr val="2066FA"/>
                </a:solidFill>
                <a:latin typeface="Avenir Next"/>
                <a:ea typeface="Avenir Next"/>
                <a:cs typeface="Avenir Next"/>
              </a:defRPr>
            </a:lvl9pPr>
          </a:lstStyle>
          <a:p xmlns:a="http://schemas.openxmlformats.org/drawingml/2006/main">
            <a:pPr algn="l">
              <a:defRPr sz="2625" b="1">
                <a:solidFill>
                  <a:srgbClr val="2066FA"/>
                </a:solidFill>
                <a:latin typeface="Avenir Next"/>
                <a:ea typeface="Avenir Next"/>
                <a:cs typeface="Avenir Next"/>
              </a:defRPr>
            </a:pPr>
            <a:r>
              <a:rPr sz="2625" b="1">
                <a:solidFill>
                  <a:srgbClr val="2066FA"/>
                </a:solidFill>
                <a:latin typeface="Avenir Next"/>
                <a:ea typeface="Avenir Next"/>
                <a:cs typeface="Avenir Next"/>
              </a:rPr>
              <a:t>01</a:t>
            </a:r>
          </a:p>
        </p:txBody>
      </p:sp>
      <p:sp>
        <p:nvSpPr>
          <p:cNvPr id="8" name="Socle pédagogique obligatoire">
            <a:extLst xmlns:a="http://schemas.openxmlformats.org/drawingml/2006/main">
              <a:ext uri="{FF2B5EF4-FFF2-40B4-BE49-F238E27FC236}">
                <a16:creationId xmlns:a16="http://schemas.microsoft.com/office/drawing/2014/main" id="{EC1772B9-5E86-4BD7-AE0C-A319A979D6B6}"/>
              </a:ext>
            </a:extLst>
          </p:cNvPr>
          <p:cNvSpPr>
            <a:spLocks xmlns:a="http://schemas.openxmlformats.org/drawingml/2006/main" noGrp="1"/>
          </p:cNvSpPr>
          <p:nvPr/>
        </p:nvSpPr>
        <p:spPr>
          <a:xfrm xmlns:a="http://schemas.openxmlformats.org/drawingml/2006/main">
            <a:off x="1476375" y="2686050"/>
            <a:ext cx="433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111738"/>
                </a:solidFill>
                <a:latin typeface="Avenir Next"/>
                <a:ea typeface="Avenir Next"/>
                <a:cs typeface="Avenir Next"/>
              </a:defRPr>
            </a:defPPr>
            <a:lvl1pPr algn="l">
              <a:defRPr sz="2025" b="1">
                <a:solidFill>
                  <a:srgbClr val="111738"/>
                </a:solidFill>
                <a:latin typeface="Avenir Next"/>
                <a:ea typeface="Avenir Next"/>
                <a:cs typeface="Avenir Next"/>
              </a:defRPr>
            </a:lvl1pPr>
            <a:lvl2pPr algn="l">
              <a:defRPr sz="2025" b="1">
                <a:solidFill>
                  <a:srgbClr val="111738"/>
                </a:solidFill>
                <a:latin typeface="Avenir Next"/>
                <a:ea typeface="Avenir Next"/>
                <a:cs typeface="Avenir Next"/>
              </a:defRPr>
            </a:lvl2pPr>
            <a:lvl3pPr algn="l">
              <a:defRPr sz="2025" b="1">
                <a:solidFill>
                  <a:srgbClr val="111738"/>
                </a:solidFill>
                <a:latin typeface="Avenir Next"/>
                <a:ea typeface="Avenir Next"/>
                <a:cs typeface="Avenir Next"/>
              </a:defRPr>
            </a:lvl3pPr>
            <a:lvl4pPr algn="l">
              <a:defRPr sz="2025" b="1">
                <a:solidFill>
                  <a:srgbClr val="111738"/>
                </a:solidFill>
                <a:latin typeface="Avenir Next"/>
                <a:ea typeface="Avenir Next"/>
                <a:cs typeface="Avenir Next"/>
              </a:defRPr>
            </a:lvl4pPr>
            <a:lvl5pPr algn="l">
              <a:defRPr sz="2025" b="1">
                <a:solidFill>
                  <a:srgbClr val="111738"/>
                </a:solidFill>
                <a:latin typeface="Avenir Next"/>
                <a:ea typeface="Avenir Next"/>
                <a:cs typeface="Avenir Next"/>
              </a:defRPr>
            </a:lvl5pPr>
            <a:lvl6pPr algn="l">
              <a:defRPr sz="2025" b="1">
                <a:solidFill>
                  <a:srgbClr val="111738"/>
                </a:solidFill>
                <a:latin typeface="Avenir Next"/>
                <a:ea typeface="Avenir Next"/>
                <a:cs typeface="Avenir Next"/>
              </a:defRPr>
            </a:lvl6pPr>
            <a:lvl7pPr algn="l">
              <a:defRPr sz="2025" b="1">
                <a:solidFill>
                  <a:srgbClr val="111738"/>
                </a:solidFill>
                <a:latin typeface="Avenir Next"/>
                <a:ea typeface="Avenir Next"/>
                <a:cs typeface="Avenir Next"/>
              </a:defRPr>
            </a:lvl7pPr>
            <a:lvl8pPr algn="l">
              <a:defRPr sz="2025" b="1">
                <a:solidFill>
                  <a:srgbClr val="111738"/>
                </a:solidFill>
                <a:latin typeface="Avenir Next"/>
                <a:ea typeface="Avenir Next"/>
                <a:cs typeface="Avenir Next"/>
              </a:defRPr>
            </a:lvl8pPr>
            <a:lvl9pPr algn="l">
              <a:defRPr sz="2025" b="1">
                <a:solidFill>
                  <a:srgbClr val="111738"/>
                </a:solidFill>
                <a:latin typeface="Avenir Next"/>
                <a:ea typeface="Avenir Next"/>
                <a:cs typeface="Avenir Next"/>
              </a:defRPr>
            </a:lvl9pPr>
          </a:lstStyle>
          <a:p xmlns:a="http://schemas.openxmlformats.org/drawingml/2006/main">
            <a:pPr algn="l">
              <a:defRPr sz="2025" b="1">
                <a:solidFill>
                  <a:srgbClr val="111738"/>
                </a:solidFill>
                <a:latin typeface="Avenir Next"/>
                <a:ea typeface="Avenir Next"/>
                <a:cs typeface="Avenir Next"/>
              </a:defRPr>
            </a:pPr>
            <a:r>
              <a:rPr sz="2025" b="1">
                <a:solidFill>
                  <a:srgbClr val="111738"/>
                </a:solidFill>
                <a:latin typeface="Avenir Next"/>
                <a:ea typeface="Avenir Next"/>
                <a:cs typeface="Avenir Next"/>
              </a:rPr>
              <a:t>Socle pédagogique obligatoire</a:t>
            </a:r>
          </a:p>
        </p:txBody>
      </p:sp>
      <p:sp>
        <p:nvSpPr>
          <p:cNvPr id="9" name="Comptes, recherche, FAQ, contact,&#10;pages lé">
            <a:extLst xmlns:a="http://schemas.openxmlformats.org/drawingml/2006/main">
              <a:ext uri="{FF2B5EF4-FFF2-40B4-BE49-F238E27FC236}">
                <a16:creationId xmlns:a16="http://schemas.microsoft.com/office/drawing/2014/main" id="{4184B98C-7D5C-418E-9E4A-8897561F5E00}"/>
              </a:ext>
            </a:extLst>
          </p:cNvPr>
          <p:cNvSpPr>
            <a:spLocks xmlns:a="http://schemas.openxmlformats.org/drawingml/2006/main" noGrp="1"/>
          </p:cNvSpPr>
          <p:nvPr/>
        </p:nvSpPr>
        <p:spPr>
          <a:xfrm xmlns:a="http://schemas.openxmlformats.org/drawingml/2006/main">
            <a:off x="1476375" y="3152775"/>
            <a:ext cx="44291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454A66"/>
                </a:solidFill>
                <a:latin typeface="Avenir Next"/>
                <a:ea typeface="Avenir Next"/>
                <a:cs typeface="Avenir Next"/>
              </a:defRPr>
            </a:defPPr>
            <a:lvl1pPr algn="l">
              <a:defRPr sz="1875" b="0">
                <a:solidFill>
                  <a:srgbClr val="454A66"/>
                </a:solidFill>
                <a:latin typeface="Avenir Next"/>
                <a:ea typeface="Avenir Next"/>
                <a:cs typeface="Avenir Next"/>
              </a:defRPr>
            </a:lvl1pPr>
            <a:lvl2pPr algn="l">
              <a:defRPr sz="1875" b="0">
                <a:solidFill>
                  <a:srgbClr val="454A66"/>
                </a:solidFill>
                <a:latin typeface="Avenir Next"/>
                <a:ea typeface="Avenir Next"/>
                <a:cs typeface="Avenir Next"/>
              </a:defRPr>
            </a:lvl2pPr>
            <a:lvl3pPr algn="l">
              <a:defRPr sz="1875" b="0">
                <a:solidFill>
                  <a:srgbClr val="454A66"/>
                </a:solidFill>
                <a:latin typeface="Avenir Next"/>
                <a:ea typeface="Avenir Next"/>
                <a:cs typeface="Avenir Next"/>
              </a:defRPr>
            </a:lvl3pPr>
            <a:lvl4pPr algn="l">
              <a:defRPr sz="1875" b="0">
                <a:solidFill>
                  <a:srgbClr val="454A66"/>
                </a:solidFill>
                <a:latin typeface="Avenir Next"/>
                <a:ea typeface="Avenir Next"/>
                <a:cs typeface="Avenir Next"/>
              </a:defRPr>
            </a:lvl4pPr>
            <a:lvl5pPr algn="l">
              <a:defRPr sz="1875" b="0">
                <a:solidFill>
                  <a:srgbClr val="454A66"/>
                </a:solidFill>
                <a:latin typeface="Avenir Next"/>
                <a:ea typeface="Avenir Next"/>
                <a:cs typeface="Avenir Next"/>
              </a:defRPr>
            </a:lvl5pPr>
            <a:lvl6pPr algn="l">
              <a:defRPr sz="1875" b="0">
                <a:solidFill>
                  <a:srgbClr val="454A66"/>
                </a:solidFill>
                <a:latin typeface="Avenir Next"/>
                <a:ea typeface="Avenir Next"/>
                <a:cs typeface="Avenir Next"/>
              </a:defRPr>
            </a:lvl6pPr>
            <a:lvl7pPr algn="l">
              <a:defRPr sz="1875" b="0">
                <a:solidFill>
                  <a:srgbClr val="454A66"/>
                </a:solidFill>
                <a:latin typeface="Avenir Next"/>
                <a:ea typeface="Avenir Next"/>
                <a:cs typeface="Avenir Next"/>
              </a:defRPr>
            </a:lvl7pPr>
            <a:lvl8pPr algn="l">
              <a:defRPr sz="1875" b="0">
                <a:solidFill>
                  <a:srgbClr val="454A66"/>
                </a:solidFill>
                <a:latin typeface="Avenir Next"/>
                <a:ea typeface="Avenir Next"/>
                <a:cs typeface="Avenir Next"/>
              </a:defRPr>
            </a:lvl8pPr>
            <a:lvl9pPr algn="l">
              <a:defRPr sz="1875" b="0">
                <a:solidFill>
                  <a:srgbClr val="454A66"/>
                </a:solidFill>
                <a:latin typeface="Avenir Next"/>
                <a:ea typeface="Avenir Next"/>
                <a:cs typeface="Avenir Next"/>
              </a:defRPr>
            </a:lvl9pPr>
          </a:lstStyle>
          <a:p xmlns:a="http://schemas.openxmlformats.org/drawingml/2006/main">
            <a:pPr algn="l">
              <a:defRPr sz="1875" b="0">
                <a:solidFill>
                  <a:srgbClr val="454A66"/>
                </a:solidFill>
                <a:latin typeface="Avenir Next"/>
                <a:ea typeface="Avenir Next"/>
                <a:cs typeface="Avenir Next"/>
              </a:defRPr>
            </a:pPr>
            <a:r>
              <a:rPr sz="1875" b="0">
                <a:solidFill>
                  <a:srgbClr val="454A66"/>
                </a:solidFill>
                <a:latin typeface="Avenir Next"/>
                <a:ea typeface="Avenir Next"/>
                <a:cs typeface="Avenir Next"/>
              </a:rPr>
              <a:t>Comptes, recherche, FAQ, contact,</a:t>
            </a:r>
          </a:p>
          <a:p xmlns:a="http://schemas.openxmlformats.org/drawingml/2006/main">
            <a:pPr algn="l">
              <a:defRPr sz="1875" b="0">
                <a:solidFill>
                  <a:srgbClr val="454A66"/>
                </a:solidFill>
                <a:latin typeface="Avenir Next"/>
                <a:ea typeface="Avenir Next"/>
                <a:cs typeface="Avenir Next"/>
              </a:defRPr>
            </a:pPr>
            <a:r>
              <a:rPr sz="1875" b="0">
                <a:solidFill>
                  <a:srgbClr val="454A66"/>
                </a:solidFill>
                <a:latin typeface="Avenir Next"/>
                <a:ea typeface="Avenir Next"/>
                <a:cs typeface="Avenir Next"/>
              </a:rPr>
              <a:t>pages légales et administration</a:t>
            </a:r>
          </a:p>
        </p:txBody>
      </p:sp>
      <p:sp>
        <p:nvSpPr>
          <p:cNvPr id="10" name="02">
            <a:extLst xmlns:a="http://schemas.openxmlformats.org/drawingml/2006/main">
              <a:ext uri="{FF2B5EF4-FFF2-40B4-BE49-F238E27FC236}">
                <a16:creationId xmlns:a16="http://schemas.microsoft.com/office/drawing/2014/main" id="{E4AB6817-81FF-4488-951A-93A9D0E775FF}"/>
              </a:ext>
            </a:extLst>
          </p:cNvPr>
          <p:cNvSpPr>
            <a:spLocks xmlns:a="http://schemas.openxmlformats.org/drawingml/2006/main" noGrp="1"/>
          </p:cNvSpPr>
          <p:nvPr/>
        </p:nvSpPr>
        <p:spPr>
          <a:xfrm xmlns:a="http://schemas.openxmlformats.org/drawingml/2006/main">
            <a:off x="714375" y="4333875"/>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625" b="1">
                <a:solidFill>
                  <a:srgbClr val="2066FA"/>
                </a:solidFill>
                <a:latin typeface="Avenir Next"/>
                <a:ea typeface="Avenir Next"/>
                <a:cs typeface="Avenir Next"/>
              </a:defRPr>
            </a:defPPr>
            <a:lvl1pPr algn="l">
              <a:defRPr sz="2625" b="1">
                <a:solidFill>
                  <a:srgbClr val="2066FA"/>
                </a:solidFill>
                <a:latin typeface="Avenir Next"/>
                <a:ea typeface="Avenir Next"/>
                <a:cs typeface="Avenir Next"/>
              </a:defRPr>
            </a:lvl1pPr>
            <a:lvl2pPr algn="l">
              <a:defRPr sz="2625" b="1">
                <a:solidFill>
                  <a:srgbClr val="2066FA"/>
                </a:solidFill>
                <a:latin typeface="Avenir Next"/>
                <a:ea typeface="Avenir Next"/>
                <a:cs typeface="Avenir Next"/>
              </a:defRPr>
            </a:lvl2pPr>
            <a:lvl3pPr algn="l">
              <a:defRPr sz="2625" b="1">
                <a:solidFill>
                  <a:srgbClr val="2066FA"/>
                </a:solidFill>
                <a:latin typeface="Avenir Next"/>
                <a:ea typeface="Avenir Next"/>
                <a:cs typeface="Avenir Next"/>
              </a:defRPr>
            </a:lvl3pPr>
            <a:lvl4pPr algn="l">
              <a:defRPr sz="2625" b="1">
                <a:solidFill>
                  <a:srgbClr val="2066FA"/>
                </a:solidFill>
                <a:latin typeface="Avenir Next"/>
                <a:ea typeface="Avenir Next"/>
                <a:cs typeface="Avenir Next"/>
              </a:defRPr>
            </a:lvl4pPr>
            <a:lvl5pPr algn="l">
              <a:defRPr sz="2625" b="1">
                <a:solidFill>
                  <a:srgbClr val="2066FA"/>
                </a:solidFill>
                <a:latin typeface="Avenir Next"/>
                <a:ea typeface="Avenir Next"/>
                <a:cs typeface="Avenir Next"/>
              </a:defRPr>
            </a:lvl5pPr>
            <a:lvl6pPr algn="l">
              <a:defRPr sz="2625" b="1">
                <a:solidFill>
                  <a:srgbClr val="2066FA"/>
                </a:solidFill>
                <a:latin typeface="Avenir Next"/>
                <a:ea typeface="Avenir Next"/>
                <a:cs typeface="Avenir Next"/>
              </a:defRPr>
            </a:lvl6pPr>
            <a:lvl7pPr algn="l">
              <a:defRPr sz="2625" b="1">
                <a:solidFill>
                  <a:srgbClr val="2066FA"/>
                </a:solidFill>
                <a:latin typeface="Avenir Next"/>
                <a:ea typeface="Avenir Next"/>
                <a:cs typeface="Avenir Next"/>
              </a:defRPr>
            </a:lvl7pPr>
            <a:lvl8pPr algn="l">
              <a:defRPr sz="2625" b="1">
                <a:solidFill>
                  <a:srgbClr val="2066FA"/>
                </a:solidFill>
                <a:latin typeface="Avenir Next"/>
                <a:ea typeface="Avenir Next"/>
                <a:cs typeface="Avenir Next"/>
              </a:defRPr>
            </a:lvl8pPr>
            <a:lvl9pPr algn="l">
              <a:defRPr sz="2625" b="1">
                <a:solidFill>
                  <a:srgbClr val="2066FA"/>
                </a:solidFill>
                <a:latin typeface="Avenir Next"/>
                <a:ea typeface="Avenir Next"/>
                <a:cs typeface="Avenir Next"/>
              </a:defRPr>
            </a:lvl9pPr>
          </a:lstStyle>
          <a:p xmlns:a="http://schemas.openxmlformats.org/drawingml/2006/main">
            <a:pPr algn="l">
              <a:defRPr sz="2625" b="1">
                <a:solidFill>
                  <a:srgbClr val="2066FA"/>
                </a:solidFill>
                <a:latin typeface="Avenir Next"/>
                <a:ea typeface="Avenir Next"/>
                <a:cs typeface="Avenir Next"/>
              </a:defRPr>
            </a:pPr>
            <a:r>
              <a:rPr sz="2625" b="1">
                <a:solidFill>
                  <a:srgbClr val="2066FA"/>
                </a:solidFill>
                <a:latin typeface="Avenir Next"/>
                <a:ea typeface="Avenir Next"/>
                <a:cs typeface="Avenir Next"/>
              </a:rPr>
              <a:t>02</a:t>
            </a:r>
          </a:p>
        </p:txBody>
      </p:sp>
      <p:sp>
        <p:nvSpPr>
          <p:cNvPr id="11" name="Parcours gratuit proposé">
            <a:extLst xmlns:a="http://schemas.openxmlformats.org/drawingml/2006/main">
              <a:ext uri="{FF2B5EF4-FFF2-40B4-BE49-F238E27FC236}">
                <a16:creationId xmlns:a16="http://schemas.microsoft.com/office/drawing/2014/main" id="{88720C08-34A8-45E4-B83F-233882245F03}"/>
              </a:ext>
            </a:extLst>
          </p:cNvPr>
          <p:cNvSpPr>
            <a:spLocks xmlns:a="http://schemas.openxmlformats.org/drawingml/2006/main" noGrp="1"/>
          </p:cNvSpPr>
          <p:nvPr/>
        </p:nvSpPr>
        <p:spPr>
          <a:xfrm xmlns:a="http://schemas.openxmlformats.org/drawingml/2006/main">
            <a:off x="1476375" y="4305300"/>
            <a:ext cx="433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111738"/>
                </a:solidFill>
                <a:latin typeface="Avenir Next"/>
                <a:ea typeface="Avenir Next"/>
                <a:cs typeface="Avenir Next"/>
              </a:defRPr>
            </a:defPPr>
            <a:lvl1pPr algn="l">
              <a:defRPr sz="2025" b="1">
                <a:solidFill>
                  <a:srgbClr val="111738"/>
                </a:solidFill>
                <a:latin typeface="Avenir Next"/>
                <a:ea typeface="Avenir Next"/>
                <a:cs typeface="Avenir Next"/>
              </a:defRPr>
            </a:lvl1pPr>
            <a:lvl2pPr algn="l">
              <a:defRPr sz="2025" b="1">
                <a:solidFill>
                  <a:srgbClr val="111738"/>
                </a:solidFill>
                <a:latin typeface="Avenir Next"/>
                <a:ea typeface="Avenir Next"/>
                <a:cs typeface="Avenir Next"/>
              </a:defRPr>
            </a:lvl2pPr>
            <a:lvl3pPr algn="l">
              <a:defRPr sz="2025" b="1">
                <a:solidFill>
                  <a:srgbClr val="111738"/>
                </a:solidFill>
                <a:latin typeface="Avenir Next"/>
                <a:ea typeface="Avenir Next"/>
                <a:cs typeface="Avenir Next"/>
              </a:defRPr>
            </a:lvl3pPr>
            <a:lvl4pPr algn="l">
              <a:defRPr sz="2025" b="1">
                <a:solidFill>
                  <a:srgbClr val="111738"/>
                </a:solidFill>
                <a:latin typeface="Avenir Next"/>
                <a:ea typeface="Avenir Next"/>
                <a:cs typeface="Avenir Next"/>
              </a:defRPr>
            </a:lvl4pPr>
            <a:lvl5pPr algn="l">
              <a:defRPr sz="2025" b="1">
                <a:solidFill>
                  <a:srgbClr val="111738"/>
                </a:solidFill>
                <a:latin typeface="Avenir Next"/>
                <a:ea typeface="Avenir Next"/>
                <a:cs typeface="Avenir Next"/>
              </a:defRPr>
            </a:lvl5pPr>
            <a:lvl6pPr algn="l">
              <a:defRPr sz="2025" b="1">
                <a:solidFill>
                  <a:srgbClr val="111738"/>
                </a:solidFill>
                <a:latin typeface="Avenir Next"/>
                <a:ea typeface="Avenir Next"/>
                <a:cs typeface="Avenir Next"/>
              </a:defRPr>
            </a:lvl6pPr>
            <a:lvl7pPr algn="l">
              <a:defRPr sz="2025" b="1">
                <a:solidFill>
                  <a:srgbClr val="111738"/>
                </a:solidFill>
                <a:latin typeface="Avenir Next"/>
                <a:ea typeface="Avenir Next"/>
                <a:cs typeface="Avenir Next"/>
              </a:defRPr>
            </a:lvl7pPr>
            <a:lvl8pPr algn="l">
              <a:defRPr sz="2025" b="1">
                <a:solidFill>
                  <a:srgbClr val="111738"/>
                </a:solidFill>
                <a:latin typeface="Avenir Next"/>
                <a:ea typeface="Avenir Next"/>
                <a:cs typeface="Avenir Next"/>
              </a:defRPr>
            </a:lvl8pPr>
            <a:lvl9pPr algn="l">
              <a:defRPr sz="2025" b="1">
                <a:solidFill>
                  <a:srgbClr val="111738"/>
                </a:solidFill>
                <a:latin typeface="Avenir Next"/>
                <a:ea typeface="Avenir Next"/>
                <a:cs typeface="Avenir Next"/>
              </a:defRPr>
            </a:lvl9pPr>
          </a:lstStyle>
          <a:p xmlns:a="http://schemas.openxmlformats.org/drawingml/2006/main">
            <a:pPr algn="l">
              <a:defRPr sz="2025" b="1">
                <a:solidFill>
                  <a:srgbClr val="111738"/>
                </a:solidFill>
                <a:latin typeface="Avenir Next"/>
                <a:ea typeface="Avenir Next"/>
                <a:cs typeface="Avenir Next"/>
              </a:defRPr>
            </a:pPr>
            <a:r>
              <a:rPr sz="2025" b="1">
                <a:solidFill>
                  <a:srgbClr val="111738"/>
                </a:solidFill>
                <a:latin typeface="Avenir Next"/>
                <a:ea typeface="Avenir Next"/>
                <a:cs typeface="Avenir Next"/>
              </a:rPr>
              <a:t>Parcours gratuit proposé</a:t>
            </a:r>
          </a:p>
        </p:txBody>
      </p:sp>
      <p:sp>
        <p:nvSpPr>
          <p:cNvPr id="12" name="Événements, réservation et suivi&#10;Assistant">
            <a:extLst xmlns:a="http://schemas.openxmlformats.org/drawingml/2006/main">
              <a:ext uri="{FF2B5EF4-FFF2-40B4-BE49-F238E27FC236}">
                <a16:creationId xmlns:a16="http://schemas.microsoft.com/office/drawing/2014/main" id="{1744A5C1-EF28-48B5-AEDD-17F558AA8E7D}"/>
              </a:ext>
            </a:extLst>
          </p:cNvPr>
          <p:cNvSpPr>
            <a:spLocks xmlns:a="http://schemas.openxmlformats.org/drawingml/2006/main" noGrp="1"/>
          </p:cNvSpPr>
          <p:nvPr/>
        </p:nvSpPr>
        <p:spPr>
          <a:xfrm xmlns:a="http://schemas.openxmlformats.org/drawingml/2006/main">
            <a:off x="1476375" y="4762500"/>
            <a:ext cx="44291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454A66"/>
                </a:solidFill>
                <a:latin typeface="Avenir Next"/>
                <a:ea typeface="Avenir Next"/>
                <a:cs typeface="Avenir Next"/>
              </a:defRPr>
            </a:defPPr>
            <a:lvl1pPr algn="l">
              <a:defRPr sz="1875" b="0">
                <a:solidFill>
                  <a:srgbClr val="454A66"/>
                </a:solidFill>
                <a:latin typeface="Avenir Next"/>
                <a:ea typeface="Avenir Next"/>
                <a:cs typeface="Avenir Next"/>
              </a:defRPr>
            </a:lvl1pPr>
            <a:lvl2pPr algn="l">
              <a:defRPr sz="1875" b="0">
                <a:solidFill>
                  <a:srgbClr val="454A66"/>
                </a:solidFill>
                <a:latin typeface="Avenir Next"/>
                <a:ea typeface="Avenir Next"/>
                <a:cs typeface="Avenir Next"/>
              </a:defRPr>
            </a:lvl2pPr>
            <a:lvl3pPr algn="l">
              <a:defRPr sz="1875" b="0">
                <a:solidFill>
                  <a:srgbClr val="454A66"/>
                </a:solidFill>
                <a:latin typeface="Avenir Next"/>
                <a:ea typeface="Avenir Next"/>
                <a:cs typeface="Avenir Next"/>
              </a:defRPr>
            </a:lvl3pPr>
            <a:lvl4pPr algn="l">
              <a:defRPr sz="1875" b="0">
                <a:solidFill>
                  <a:srgbClr val="454A66"/>
                </a:solidFill>
                <a:latin typeface="Avenir Next"/>
                <a:ea typeface="Avenir Next"/>
                <a:cs typeface="Avenir Next"/>
              </a:defRPr>
            </a:lvl4pPr>
            <a:lvl5pPr algn="l">
              <a:defRPr sz="1875" b="0">
                <a:solidFill>
                  <a:srgbClr val="454A66"/>
                </a:solidFill>
                <a:latin typeface="Avenir Next"/>
                <a:ea typeface="Avenir Next"/>
                <a:cs typeface="Avenir Next"/>
              </a:defRPr>
            </a:lvl5pPr>
            <a:lvl6pPr algn="l">
              <a:defRPr sz="1875" b="0">
                <a:solidFill>
                  <a:srgbClr val="454A66"/>
                </a:solidFill>
                <a:latin typeface="Avenir Next"/>
                <a:ea typeface="Avenir Next"/>
                <a:cs typeface="Avenir Next"/>
              </a:defRPr>
            </a:lvl6pPr>
            <a:lvl7pPr algn="l">
              <a:defRPr sz="1875" b="0">
                <a:solidFill>
                  <a:srgbClr val="454A66"/>
                </a:solidFill>
                <a:latin typeface="Avenir Next"/>
                <a:ea typeface="Avenir Next"/>
                <a:cs typeface="Avenir Next"/>
              </a:defRPr>
            </a:lvl7pPr>
            <a:lvl8pPr algn="l">
              <a:defRPr sz="1875" b="0">
                <a:solidFill>
                  <a:srgbClr val="454A66"/>
                </a:solidFill>
                <a:latin typeface="Avenir Next"/>
                <a:ea typeface="Avenir Next"/>
                <a:cs typeface="Avenir Next"/>
              </a:defRPr>
            </a:lvl8pPr>
            <a:lvl9pPr algn="l">
              <a:defRPr sz="1875" b="0">
                <a:solidFill>
                  <a:srgbClr val="454A66"/>
                </a:solidFill>
                <a:latin typeface="Avenir Next"/>
                <a:ea typeface="Avenir Next"/>
                <a:cs typeface="Avenir Next"/>
              </a:defRPr>
            </a:lvl9pPr>
          </a:lstStyle>
          <a:p xmlns:a="http://schemas.openxmlformats.org/drawingml/2006/main">
            <a:pPr algn="l">
              <a:defRPr sz="1875" b="0">
                <a:solidFill>
                  <a:srgbClr val="454A66"/>
                </a:solidFill>
                <a:latin typeface="Avenir Next"/>
                <a:ea typeface="Avenir Next"/>
                <a:cs typeface="Avenir Next"/>
              </a:defRPr>
            </a:pPr>
            <a:r>
              <a:rPr sz="1875" b="0">
                <a:solidFill>
                  <a:srgbClr val="454A66"/>
                </a:solidFill>
                <a:latin typeface="Avenir Next"/>
                <a:ea typeface="Avenir Next"/>
                <a:cs typeface="Avenir Next"/>
              </a:rPr>
              <a:t>Événements, réservation et suivi</a:t>
            </a:r>
          </a:p>
          <a:p xmlns:a="http://schemas.openxmlformats.org/drawingml/2006/main">
            <a:pPr algn="l">
              <a:defRPr sz="1875" b="0">
                <a:solidFill>
                  <a:srgbClr val="454A66"/>
                </a:solidFill>
                <a:latin typeface="Avenir Next"/>
                <a:ea typeface="Avenir Next"/>
                <a:cs typeface="Avenir Next"/>
              </a:defRPr>
            </a:pPr>
            <a:r>
              <a:rPr sz="1875" b="0">
                <a:solidFill>
                  <a:srgbClr val="454A66"/>
                </a:solidFill>
                <a:latin typeface="Avenir Next"/>
                <a:ea typeface="Avenir Next"/>
                <a:cs typeface="Avenir Next"/>
              </a:rPr>
              <a:t>Assistant IA contextualisé (lot moyen)</a:t>
            </a:r>
          </a:p>
        </p:txBody>
      </p:sp>
      <p:sp>
        <p:nvSpPr>
          <p:cNvPr id="13" name="03">
            <a:extLst xmlns:a="http://schemas.openxmlformats.org/drawingml/2006/main">
              <a:ext uri="{FF2B5EF4-FFF2-40B4-BE49-F238E27FC236}">
                <a16:creationId xmlns:a16="http://schemas.microsoft.com/office/drawing/2014/main" id="{92B34716-DF5F-47EE-ADC9-972997924A60}"/>
              </a:ext>
            </a:extLst>
          </p:cNvPr>
          <p:cNvSpPr>
            <a:spLocks xmlns:a="http://schemas.openxmlformats.org/drawingml/2006/main" noGrp="1"/>
          </p:cNvSpPr>
          <p:nvPr/>
        </p:nvSpPr>
        <p:spPr>
          <a:xfrm xmlns:a="http://schemas.openxmlformats.org/drawingml/2006/main">
            <a:off x="6572250" y="2714625"/>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625" b="1">
                <a:solidFill>
                  <a:srgbClr val="8B62F4"/>
                </a:solidFill>
                <a:latin typeface="Avenir Next"/>
                <a:ea typeface="Avenir Next"/>
                <a:cs typeface="Avenir Next"/>
              </a:defRPr>
            </a:defPPr>
            <a:lvl1pPr algn="l">
              <a:defRPr sz="2625" b="1">
                <a:solidFill>
                  <a:srgbClr val="8B62F4"/>
                </a:solidFill>
                <a:latin typeface="Avenir Next"/>
                <a:ea typeface="Avenir Next"/>
                <a:cs typeface="Avenir Next"/>
              </a:defRPr>
            </a:lvl1pPr>
            <a:lvl2pPr algn="l">
              <a:defRPr sz="2625" b="1">
                <a:solidFill>
                  <a:srgbClr val="8B62F4"/>
                </a:solidFill>
                <a:latin typeface="Avenir Next"/>
                <a:ea typeface="Avenir Next"/>
                <a:cs typeface="Avenir Next"/>
              </a:defRPr>
            </a:lvl2pPr>
            <a:lvl3pPr algn="l">
              <a:defRPr sz="2625" b="1">
                <a:solidFill>
                  <a:srgbClr val="8B62F4"/>
                </a:solidFill>
                <a:latin typeface="Avenir Next"/>
                <a:ea typeface="Avenir Next"/>
                <a:cs typeface="Avenir Next"/>
              </a:defRPr>
            </a:lvl3pPr>
            <a:lvl4pPr algn="l">
              <a:defRPr sz="2625" b="1">
                <a:solidFill>
                  <a:srgbClr val="8B62F4"/>
                </a:solidFill>
                <a:latin typeface="Avenir Next"/>
                <a:ea typeface="Avenir Next"/>
                <a:cs typeface="Avenir Next"/>
              </a:defRPr>
            </a:lvl4pPr>
            <a:lvl5pPr algn="l">
              <a:defRPr sz="2625" b="1">
                <a:solidFill>
                  <a:srgbClr val="8B62F4"/>
                </a:solidFill>
                <a:latin typeface="Avenir Next"/>
                <a:ea typeface="Avenir Next"/>
                <a:cs typeface="Avenir Next"/>
              </a:defRPr>
            </a:lvl5pPr>
            <a:lvl6pPr algn="l">
              <a:defRPr sz="2625" b="1">
                <a:solidFill>
                  <a:srgbClr val="8B62F4"/>
                </a:solidFill>
                <a:latin typeface="Avenir Next"/>
                <a:ea typeface="Avenir Next"/>
                <a:cs typeface="Avenir Next"/>
              </a:defRPr>
            </a:lvl6pPr>
            <a:lvl7pPr algn="l">
              <a:defRPr sz="2625" b="1">
                <a:solidFill>
                  <a:srgbClr val="8B62F4"/>
                </a:solidFill>
                <a:latin typeface="Avenir Next"/>
                <a:ea typeface="Avenir Next"/>
                <a:cs typeface="Avenir Next"/>
              </a:defRPr>
            </a:lvl7pPr>
            <a:lvl8pPr algn="l">
              <a:defRPr sz="2625" b="1">
                <a:solidFill>
                  <a:srgbClr val="8B62F4"/>
                </a:solidFill>
                <a:latin typeface="Avenir Next"/>
                <a:ea typeface="Avenir Next"/>
                <a:cs typeface="Avenir Next"/>
              </a:defRPr>
            </a:lvl8pPr>
            <a:lvl9pPr algn="l">
              <a:defRPr sz="2625" b="1">
                <a:solidFill>
                  <a:srgbClr val="8B62F4"/>
                </a:solidFill>
                <a:latin typeface="Avenir Next"/>
                <a:ea typeface="Avenir Next"/>
                <a:cs typeface="Avenir Next"/>
              </a:defRPr>
            </a:lvl9pPr>
          </a:lstStyle>
          <a:p xmlns:a="http://schemas.openxmlformats.org/drawingml/2006/main">
            <a:pPr algn="l">
              <a:defRPr sz="2625" b="1">
                <a:solidFill>
                  <a:srgbClr val="8B62F4"/>
                </a:solidFill>
                <a:latin typeface="Avenir Next"/>
                <a:ea typeface="Avenir Next"/>
                <a:cs typeface="Avenir Next"/>
              </a:defRPr>
            </a:pPr>
            <a:r>
              <a:rPr sz="2625" b="1">
                <a:solidFill>
                  <a:srgbClr val="8B62F4"/>
                </a:solidFill>
                <a:latin typeface="Avenir Next"/>
                <a:ea typeface="Avenir Next"/>
                <a:cs typeface="Avenir Next"/>
              </a:rPr>
              <a:t>03</a:t>
            </a:r>
          </a:p>
        </p:txBody>
      </p:sp>
      <p:sp>
        <p:nvSpPr>
          <p:cNvPr id="14" name="Fonctions commerciales">
            <a:extLst xmlns:a="http://schemas.openxmlformats.org/drawingml/2006/main">
              <a:ext uri="{FF2B5EF4-FFF2-40B4-BE49-F238E27FC236}">
                <a16:creationId xmlns:a16="http://schemas.microsoft.com/office/drawing/2014/main" id="{7E976502-CA7C-4899-92CF-B629F2D8154F}"/>
              </a:ext>
            </a:extLst>
          </p:cNvPr>
          <p:cNvSpPr>
            <a:spLocks xmlns:a="http://schemas.openxmlformats.org/drawingml/2006/main" noGrp="1"/>
          </p:cNvSpPr>
          <p:nvPr/>
        </p:nvSpPr>
        <p:spPr>
          <a:xfrm xmlns:a="http://schemas.openxmlformats.org/drawingml/2006/main">
            <a:off x="7334250" y="2686050"/>
            <a:ext cx="423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111738"/>
                </a:solidFill>
                <a:latin typeface="Avenir Next"/>
                <a:ea typeface="Avenir Next"/>
                <a:cs typeface="Avenir Next"/>
              </a:defRPr>
            </a:defPPr>
            <a:lvl1pPr algn="l">
              <a:defRPr sz="2025" b="1">
                <a:solidFill>
                  <a:srgbClr val="111738"/>
                </a:solidFill>
                <a:latin typeface="Avenir Next"/>
                <a:ea typeface="Avenir Next"/>
                <a:cs typeface="Avenir Next"/>
              </a:defRPr>
            </a:lvl1pPr>
            <a:lvl2pPr algn="l">
              <a:defRPr sz="2025" b="1">
                <a:solidFill>
                  <a:srgbClr val="111738"/>
                </a:solidFill>
                <a:latin typeface="Avenir Next"/>
                <a:ea typeface="Avenir Next"/>
                <a:cs typeface="Avenir Next"/>
              </a:defRPr>
            </a:lvl2pPr>
            <a:lvl3pPr algn="l">
              <a:defRPr sz="2025" b="1">
                <a:solidFill>
                  <a:srgbClr val="111738"/>
                </a:solidFill>
                <a:latin typeface="Avenir Next"/>
                <a:ea typeface="Avenir Next"/>
                <a:cs typeface="Avenir Next"/>
              </a:defRPr>
            </a:lvl3pPr>
            <a:lvl4pPr algn="l">
              <a:defRPr sz="2025" b="1">
                <a:solidFill>
                  <a:srgbClr val="111738"/>
                </a:solidFill>
                <a:latin typeface="Avenir Next"/>
                <a:ea typeface="Avenir Next"/>
                <a:cs typeface="Avenir Next"/>
              </a:defRPr>
            </a:lvl4pPr>
            <a:lvl5pPr algn="l">
              <a:defRPr sz="2025" b="1">
                <a:solidFill>
                  <a:srgbClr val="111738"/>
                </a:solidFill>
                <a:latin typeface="Avenir Next"/>
                <a:ea typeface="Avenir Next"/>
                <a:cs typeface="Avenir Next"/>
              </a:defRPr>
            </a:lvl5pPr>
            <a:lvl6pPr algn="l">
              <a:defRPr sz="2025" b="1">
                <a:solidFill>
                  <a:srgbClr val="111738"/>
                </a:solidFill>
                <a:latin typeface="Avenir Next"/>
                <a:ea typeface="Avenir Next"/>
                <a:cs typeface="Avenir Next"/>
              </a:defRPr>
            </a:lvl6pPr>
            <a:lvl7pPr algn="l">
              <a:defRPr sz="2025" b="1">
                <a:solidFill>
                  <a:srgbClr val="111738"/>
                </a:solidFill>
                <a:latin typeface="Avenir Next"/>
                <a:ea typeface="Avenir Next"/>
                <a:cs typeface="Avenir Next"/>
              </a:defRPr>
            </a:lvl7pPr>
            <a:lvl8pPr algn="l">
              <a:defRPr sz="2025" b="1">
                <a:solidFill>
                  <a:srgbClr val="111738"/>
                </a:solidFill>
                <a:latin typeface="Avenir Next"/>
                <a:ea typeface="Avenir Next"/>
                <a:cs typeface="Avenir Next"/>
              </a:defRPr>
            </a:lvl8pPr>
            <a:lvl9pPr algn="l">
              <a:defRPr sz="2025" b="1">
                <a:solidFill>
                  <a:srgbClr val="111738"/>
                </a:solidFill>
                <a:latin typeface="Avenir Next"/>
                <a:ea typeface="Avenir Next"/>
                <a:cs typeface="Avenir Next"/>
              </a:defRPr>
            </a:lvl9pPr>
          </a:lstStyle>
          <a:p xmlns:a="http://schemas.openxmlformats.org/drawingml/2006/main">
            <a:pPr algn="l">
              <a:defRPr sz="2025" b="1">
                <a:solidFill>
                  <a:srgbClr val="111738"/>
                </a:solidFill>
                <a:latin typeface="Avenir Next"/>
                <a:ea typeface="Avenir Next"/>
                <a:cs typeface="Avenir Next"/>
              </a:defRPr>
            </a:pPr>
            <a:r>
              <a:rPr sz="2025" b="1">
                <a:solidFill>
                  <a:srgbClr val="111738"/>
                </a:solidFill>
                <a:latin typeface="Avenir Next"/>
                <a:ea typeface="Avenir Next"/>
                <a:cs typeface="Avenir Next"/>
              </a:rPr>
              <a:t>Fonctions commerciales</a:t>
            </a:r>
          </a:p>
        </p:txBody>
      </p:sp>
      <p:sp>
        <p:nvSpPr>
          <p:cNvPr id="15" name="Paiement réel, commissions,&#10;abonnements et">
            <a:extLst xmlns:a="http://schemas.openxmlformats.org/drawingml/2006/main">
              <a:ext uri="{FF2B5EF4-FFF2-40B4-BE49-F238E27FC236}">
                <a16:creationId xmlns:a16="http://schemas.microsoft.com/office/drawing/2014/main" id="{4A4FFAD0-93A7-4909-9873-56C81FB09EDB}"/>
              </a:ext>
            </a:extLst>
          </p:cNvPr>
          <p:cNvSpPr>
            <a:spLocks xmlns:a="http://schemas.openxmlformats.org/drawingml/2006/main" noGrp="1"/>
          </p:cNvSpPr>
          <p:nvPr/>
        </p:nvSpPr>
        <p:spPr>
          <a:xfrm xmlns:a="http://schemas.openxmlformats.org/drawingml/2006/main">
            <a:off x="7334250" y="3152775"/>
            <a:ext cx="42386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454A66"/>
                </a:solidFill>
                <a:latin typeface="Avenir Next"/>
                <a:ea typeface="Avenir Next"/>
                <a:cs typeface="Avenir Next"/>
              </a:defRPr>
            </a:defPPr>
            <a:lvl1pPr algn="l">
              <a:defRPr sz="1875" b="0">
                <a:solidFill>
                  <a:srgbClr val="454A66"/>
                </a:solidFill>
                <a:latin typeface="Avenir Next"/>
                <a:ea typeface="Avenir Next"/>
                <a:cs typeface="Avenir Next"/>
              </a:defRPr>
            </a:lvl1pPr>
            <a:lvl2pPr algn="l">
              <a:defRPr sz="1875" b="0">
                <a:solidFill>
                  <a:srgbClr val="454A66"/>
                </a:solidFill>
                <a:latin typeface="Avenir Next"/>
                <a:ea typeface="Avenir Next"/>
                <a:cs typeface="Avenir Next"/>
              </a:defRPr>
            </a:lvl2pPr>
            <a:lvl3pPr algn="l">
              <a:defRPr sz="1875" b="0">
                <a:solidFill>
                  <a:srgbClr val="454A66"/>
                </a:solidFill>
                <a:latin typeface="Avenir Next"/>
                <a:ea typeface="Avenir Next"/>
                <a:cs typeface="Avenir Next"/>
              </a:defRPr>
            </a:lvl3pPr>
            <a:lvl4pPr algn="l">
              <a:defRPr sz="1875" b="0">
                <a:solidFill>
                  <a:srgbClr val="454A66"/>
                </a:solidFill>
                <a:latin typeface="Avenir Next"/>
                <a:ea typeface="Avenir Next"/>
                <a:cs typeface="Avenir Next"/>
              </a:defRPr>
            </a:lvl4pPr>
            <a:lvl5pPr algn="l">
              <a:defRPr sz="1875" b="0">
                <a:solidFill>
                  <a:srgbClr val="454A66"/>
                </a:solidFill>
                <a:latin typeface="Avenir Next"/>
                <a:ea typeface="Avenir Next"/>
                <a:cs typeface="Avenir Next"/>
              </a:defRPr>
            </a:lvl5pPr>
            <a:lvl6pPr algn="l">
              <a:defRPr sz="1875" b="0">
                <a:solidFill>
                  <a:srgbClr val="454A66"/>
                </a:solidFill>
                <a:latin typeface="Avenir Next"/>
                <a:ea typeface="Avenir Next"/>
                <a:cs typeface="Avenir Next"/>
              </a:defRPr>
            </a:lvl6pPr>
            <a:lvl7pPr algn="l">
              <a:defRPr sz="1875" b="0">
                <a:solidFill>
                  <a:srgbClr val="454A66"/>
                </a:solidFill>
                <a:latin typeface="Avenir Next"/>
                <a:ea typeface="Avenir Next"/>
                <a:cs typeface="Avenir Next"/>
              </a:defRPr>
            </a:lvl7pPr>
            <a:lvl8pPr algn="l">
              <a:defRPr sz="1875" b="0">
                <a:solidFill>
                  <a:srgbClr val="454A66"/>
                </a:solidFill>
                <a:latin typeface="Avenir Next"/>
                <a:ea typeface="Avenir Next"/>
                <a:cs typeface="Avenir Next"/>
              </a:defRPr>
            </a:lvl8pPr>
            <a:lvl9pPr algn="l">
              <a:defRPr sz="1875" b="0">
                <a:solidFill>
                  <a:srgbClr val="454A66"/>
                </a:solidFill>
                <a:latin typeface="Avenir Next"/>
                <a:ea typeface="Avenir Next"/>
                <a:cs typeface="Avenir Next"/>
              </a:defRPr>
            </a:lvl9pPr>
          </a:lstStyle>
          <a:p xmlns:a="http://schemas.openxmlformats.org/drawingml/2006/main">
            <a:pPr algn="l">
              <a:defRPr sz="1875" b="0">
                <a:solidFill>
                  <a:srgbClr val="454A66"/>
                </a:solidFill>
                <a:latin typeface="Avenir Next"/>
                <a:ea typeface="Avenir Next"/>
                <a:cs typeface="Avenir Next"/>
              </a:defRPr>
            </a:pPr>
            <a:r>
              <a:rPr sz="1875" b="0">
                <a:solidFill>
                  <a:srgbClr val="454A66"/>
                </a:solidFill>
                <a:latin typeface="Avenir Next"/>
                <a:ea typeface="Avenir Next"/>
                <a:cs typeface="Avenir Next"/>
              </a:rPr>
              <a:t>Paiement réel, commissions,</a:t>
            </a:r>
          </a:p>
          <a:p xmlns:a="http://schemas.openxmlformats.org/drawingml/2006/main">
            <a:pPr algn="l">
              <a:defRPr sz="1875" b="0">
                <a:solidFill>
                  <a:srgbClr val="454A66"/>
                </a:solidFill>
                <a:latin typeface="Avenir Next"/>
                <a:ea typeface="Avenir Next"/>
                <a:cs typeface="Avenir Next"/>
              </a:defRPr>
            </a:pPr>
            <a:r>
              <a:rPr sz="1875" b="0">
                <a:solidFill>
                  <a:srgbClr val="454A66"/>
                </a:solidFill>
                <a:latin typeface="Avenir Next"/>
                <a:ea typeface="Avenir Next"/>
                <a:cs typeface="Avenir Next"/>
              </a:rPr>
              <a:t>abonnements et portail commerce</a:t>
            </a:r>
          </a:p>
        </p:txBody>
      </p:sp>
      <p:sp>
        <p:nvSpPr>
          <p:cNvPr id="16" name="04">
            <a:extLst xmlns:a="http://schemas.openxmlformats.org/drawingml/2006/main">
              <a:ext uri="{FF2B5EF4-FFF2-40B4-BE49-F238E27FC236}">
                <a16:creationId xmlns:a16="http://schemas.microsoft.com/office/drawing/2014/main" id="{C7047DCE-234D-4FE3-B939-C7D642EC5AEE}"/>
              </a:ext>
            </a:extLst>
          </p:cNvPr>
          <p:cNvSpPr>
            <a:spLocks xmlns:a="http://schemas.openxmlformats.org/drawingml/2006/main" noGrp="1"/>
          </p:cNvSpPr>
          <p:nvPr/>
        </p:nvSpPr>
        <p:spPr>
          <a:xfrm xmlns:a="http://schemas.openxmlformats.org/drawingml/2006/main">
            <a:off x="6572250" y="4333875"/>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625" b="1">
                <a:solidFill>
                  <a:srgbClr val="8B62F4"/>
                </a:solidFill>
                <a:latin typeface="Avenir Next"/>
                <a:ea typeface="Avenir Next"/>
                <a:cs typeface="Avenir Next"/>
              </a:defRPr>
            </a:defPPr>
            <a:lvl1pPr algn="l">
              <a:defRPr sz="2625" b="1">
                <a:solidFill>
                  <a:srgbClr val="8B62F4"/>
                </a:solidFill>
                <a:latin typeface="Avenir Next"/>
                <a:ea typeface="Avenir Next"/>
                <a:cs typeface="Avenir Next"/>
              </a:defRPr>
            </a:lvl1pPr>
            <a:lvl2pPr algn="l">
              <a:defRPr sz="2625" b="1">
                <a:solidFill>
                  <a:srgbClr val="8B62F4"/>
                </a:solidFill>
                <a:latin typeface="Avenir Next"/>
                <a:ea typeface="Avenir Next"/>
                <a:cs typeface="Avenir Next"/>
              </a:defRPr>
            </a:lvl2pPr>
            <a:lvl3pPr algn="l">
              <a:defRPr sz="2625" b="1">
                <a:solidFill>
                  <a:srgbClr val="8B62F4"/>
                </a:solidFill>
                <a:latin typeface="Avenir Next"/>
                <a:ea typeface="Avenir Next"/>
                <a:cs typeface="Avenir Next"/>
              </a:defRPr>
            </a:lvl3pPr>
            <a:lvl4pPr algn="l">
              <a:defRPr sz="2625" b="1">
                <a:solidFill>
                  <a:srgbClr val="8B62F4"/>
                </a:solidFill>
                <a:latin typeface="Avenir Next"/>
                <a:ea typeface="Avenir Next"/>
                <a:cs typeface="Avenir Next"/>
              </a:defRPr>
            </a:lvl4pPr>
            <a:lvl5pPr algn="l">
              <a:defRPr sz="2625" b="1">
                <a:solidFill>
                  <a:srgbClr val="8B62F4"/>
                </a:solidFill>
                <a:latin typeface="Avenir Next"/>
                <a:ea typeface="Avenir Next"/>
                <a:cs typeface="Avenir Next"/>
              </a:defRPr>
            </a:lvl5pPr>
            <a:lvl6pPr algn="l">
              <a:defRPr sz="2625" b="1">
                <a:solidFill>
                  <a:srgbClr val="8B62F4"/>
                </a:solidFill>
                <a:latin typeface="Avenir Next"/>
                <a:ea typeface="Avenir Next"/>
                <a:cs typeface="Avenir Next"/>
              </a:defRPr>
            </a:lvl6pPr>
            <a:lvl7pPr algn="l">
              <a:defRPr sz="2625" b="1">
                <a:solidFill>
                  <a:srgbClr val="8B62F4"/>
                </a:solidFill>
                <a:latin typeface="Avenir Next"/>
                <a:ea typeface="Avenir Next"/>
                <a:cs typeface="Avenir Next"/>
              </a:defRPr>
            </a:lvl7pPr>
            <a:lvl8pPr algn="l">
              <a:defRPr sz="2625" b="1">
                <a:solidFill>
                  <a:srgbClr val="8B62F4"/>
                </a:solidFill>
                <a:latin typeface="Avenir Next"/>
                <a:ea typeface="Avenir Next"/>
                <a:cs typeface="Avenir Next"/>
              </a:defRPr>
            </a:lvl8pPr>
            <a:lvl9pPr algn="l">
              <a:defRPr sz="2625" b="1">
                <a:solidFill>
                  <a:srgbClr val="8B62F4"/>
                </a:solidFill>
                <a:latin typeface="Avenir Next"/>
                <a:ea typeface="Avenir Next"/>
                <a:cs typeface="Avenir Next"/>
              </a:defRPr>
            </a:lvl9pPr>
          </a:lstStyle>
          <a:p xmlns:a="http://schemas.openxmlformats.org/drawingml/2006/main">
            <a:pPr algn="l">
              <a:defRPr sz="2625" b="1">
                <a:solidFill>
                  <a:srgbClr val="8B62F4"/>
                </a:solidFill>
                <a:latin typeface="Avenir Next"/>
                <a:ea typeface="Avenir Next"/>
                <a:cs typeface="Avenir Next"/>
              </a:defRPr>
            </a:pPr>
            <a:r>
              <a:rPr sz="2625" b="1">
                <a:solidFill>
                  <a:srgbClr val="8B62F4"/>
                </a:solidFill>
                <a:latin typeface="Avenir Next"/>
                <a:ea typeface="Avenir Next"/>
                <a:cs typeface="Avenir Next"/>
              </a:rPr>
              <a:t>04</a:t>
            </a:r>
          </a:p>
        </p:txBody>
      </p:sp>
      <p:sp>
        <p:nvSpPr>
          <p:cNvPr id="17" name="Extensions selon avancement">
            <a:extLst xmlns:a="http://schemas.openxmlformats.org/drawingml/2006/main">
              <a:ext uri="{FF2B5EF4-FFF2-40B4-BE49-F238E27FC236}">
                <a16:creationId xmlns:a16="http://schemas.microsoft.com/office/drawing/2014/main" id="{12CE0046-3522-4E4A-B85F-2B1D2D3FEF00}"/>
              </a:ext>
            </a:extLst>
          </p:cNvPr>
          <p:cNvSpPr>
            <a:spLocks xmlns:a="http://schemas.openxmlformats.org/drawingml/2006/main" noGrp="1"/>
          </p:cNvSpPr>
          <p:nvPr/>
        </p:nvSpPr>
        <p:spPr>
          <a:xfrm xmlns:a="http://schemas.openxmlformats.org/drawingml/2006/main">
            <a:off x="7334250" y="4305300"/>
            <a:ext cx="423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111738"/>
                </a:solidFill>
                <a:latin typeface="Avenir Next"/>
                <a:ea typeface="Avenir Next"/>
                <a:cs typeface="Avenir Next"/>
              </a:defRPr>
            </a:defPPr>
            <a:lvl1pPr algn="l">
              <a:defRPr sz="2025" b="1">
                <a:solidFill>
                  <a:srgbClr val="111738"/>
                </a:solidFill>
                <a:latin typeface="Avenir Next"/>
                <a:ea typeface="Avenir Next"/>
                <a:cs typeface="Avenir Next"/>
              </a:defRPr>
            </a:lvl1pPr>
            <a:lvl2pPr algn="l">
              <a:defRPr sz="2025" b="1">
                <a:solidFill>
                  <a:srgbClr val="111738"/>
                </a:solidFill>
                <a:latin typeface="Avenir Next"/>
                <a:ea typeface="Avenir Next"/>
                <a:cs typeface="Avenir Next"/>
              </a:defRPr>
            </a:lvl2pPr>
            <a:lvl3pPr algn="l">
              <a:defRPr sz="2025" b="1">
                <a:solidFill>
                  <a:srgbClr val="111738"/>
                </a:solidFill>
                <a:latin typeface="Avenir Next"/>
                <a:ea typeface="Avenir Next"/>
                <a:cs typeface="Avenir Next"/>
              </a:defRPr>
            </a:lvl3pPr>
            <a:lvl4pPr algn="l">
              <a:defRPr sz="2025" b="1">
                <a:solidFill>
                  <a:srgbClr val="111738"/>
                </a:solidFill>
                <a:latin typeface="Avenir Next"/>
                <a:ea typeface="Avenir Next"/>
                <a:cs typeface="Avenir Next"/>
              </a:defRPr>
            </a:lvl4pPr>
            <a:lvl5pPr algn="l">
              <a:defRPr sz="2025" b="1">
                <a:solidFill>
                  <a:srgbClr val="111738"/>
                </a:solidFill>
                <a:latin typeface="Avenir Next"/>
                <a:ea typeface="Avenir Next"/>
                <a:cs typeface="Avenir Next"/>
              </a:defRPr>
            </a:lvl5pPr>
            <a:lvl6pPr algn="l">
              <a:defRPr sz="2025" b="1">
                <a:solidFill>
                  <a:srgbClr val="111738"/>
                </a:solidFill>
                <a:latin typeface="Avenir Next"/>
                <a:ea typeface="Avenir Next"/>
                <a:cs typeface="Avenir Next"/>
              </a:defRPr>
            </a:lvl6pPr>
            <a:lvl7pPr algn="l">
              <a:defRPr sz="2025" b="1">
                <a:solidFill>
                  <a:srgbClr val="111738"/>
                </a:solidFill>
                <a:latin typeface="Avenir Next"/>
                <a:ea typeface="Avenir Next"/>
                <a:cs typeface="Avenir Next"/>
              </a:defRPr>
            </a:lvl7pPr>
            <a:lvl8pPr algn="l">
              <a:defRPr sz="2025" b="1">
                <a:solidFill>
                  <a:srgbClr val="111738"/>
                </a:solidFill>
                <a:latin typeface="Avenir Next"/>
                <a:ea typeface="Avenir Next"/>
                <a:cs typeface="Avenir Next"/>
              </a:defRPr>
            </a:lvl8pPr>
            <a:lvl9pPr algn="l">
              <a:defRPr sz="2025" b="1">
                <a:solidFill>
                  <a:srgbClr val="111738"/>
                </a:solidFill>
                <a:latin typeface="Avenir Next"/>
                <a:ea typeface="Avenir Next"/>
                <a:cs typeface="Avenir Next"/>
              </a:defRPr>
            </a:lvl9pPr>
          </a:lstStyle>
          <a:p xmlns:a="http://schemas.openxmlformats.org/drawingml/2006/main">
            <a:pPr algn="l">
              <a:defRPr sz="2025" b="1">
                <a:solidFill>
                  <a:srgbClr val="111738"/>
                </a:solidFill>
                <a:latin typeface="Avenir Next"/>
                <a:ea typeface="Avenir Next"/>
                <a:cs typeface="Avenir Next"/>
              </a:defRPr>
            </a:pPr>
            <a:r>
              <a:rPr sz="2025" b="1">
                <a:solidFill>
                  <a:srgbClr val="111738"/>
                </a:solidFill>
                <a:latin typeface="Avenir Next"/>
                <a:ea typeface="Avenir Next"/>
                <a:cs typeface="Avenir Next"/>
              </a:rPr>
              <a:t>Extensions selon avancement</a:t>
            </a:r>
          </a:p>
        </p:txBody>
      </p:sp>
      <p:sp>
        <p:nvSpPr>
          <p:cNvPr id="18" name="Chat, forum et multilingue&#10;Recherche avanc">
            <a:extLst xmlns:a="http://schemas.openxmlformats.org/drawingml/2006/main">
              <a:ext uri="{FF2B5EF4-FFF2-40B4-BE49-F238E27FC236}">
                <a16:creationId xmlns:a16="http://schemas.microsoft.com/office/drawing/2014/main" id="{7628F151-425D-4A89-A628-2BBFC63B25FC}"/>
              </a:ext>
            </a:extLst>
          </p:cNvPr>
          <p:cNvSpPr>
            <a:spLocks xmlns:a="http://schemas.openxmlformats.org/drawingml/2006/main" noGrp="1"/>
          </p:cNvSpPr>
          <p:nvPr/>
        </p:nvSpPr>
        <p:spPr>
          <a:xfrm xmlns:a="http://schemas.openxmlformats.org/drawingml/2006/main">
            <a:off x="7334250" y="4762500"/>
            <a:ext cx="42386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454A66"/>
                </a:solidFill>
                <a:latin typeface="Avenir Next"/>
                <a:ea typeface="Avenir Next"/>
                <a:cs typeface="Avenir Next"/>
              </a:defRPr>
            </a:defPPr>
            <a:lvl1pPr algn="l">
              <a:defRPr sz="1875" b="0">
                <a:solidFill>
                  <a:srgbClr val="454A66"/>
                </a:solidFill>
                <a:latin typeface="Avenir Next"/>
                <a:ea typeface="Avenir Next"/>
                <a:cs typeface="Avenir Next"/>
              </a:defRPr>
            </a:lvl1pPr>
            <a:lvl2pPr algn="l">
              <a:defRPr sz="1875" b="0">
                <a:solidFill>
                  <a:srgbClr val="454A66"/>
                </a:solidFill>
                <a:latin typeface="Avenir Next"/>
                <a:ea typeface="Avenir Next"/>
                <a:cs typeface="Avenir Next"/>
              </a:defRPr>
            </a:lvl2pPr>
            <a:lvl3pPr algn="l">
              <a:defRPr sz="1875" b="0">
                <a:solidFill>
                  <a:srgbClr val="454A66"/>
                </a:solidFill>
                <a:latin typeface="Avenir Next"/>
                <a:ea typeface="Avenir Next"/>
                <a:cs typeface="Avenir Next"/>
              </a:defRPr>
            </a:lvl3pPr>
            <a:lvl4pPr algn="l">
              <a:defRPr sz="1875" b="0">
                <a:solidFill>
                  <a:srgbClr val="454A66"/>
                </a:solidFill>
                <a:latin typeface="Avenir Next"/>
                <a:ea typeface="Avenir Next"/>
                <a:cs typeface="Avenir Next"/>
              </a:defRPr>
            </a:lvl4pPr>
            <a:lvl5pPr algn="l">
              <a:defRPr sz="1875" b="0">
                <a:solidFill>
                  <a:srgbClr val="454A66"/>
                </a:solidFill>
                <a:latin typeface="Avenir Next"/>
                <a:ea typeface="Avenir Next"/>
                <a:cs typeface="Avenir Next"/>
              </a:defRPr>
            </a:lvl5pPr>
            <a:lvl6pPr algn="l">
              <a:defRPr sz="1875" b="0">
                <a:solidFill>
                  <a:srgbClr val="454A66"/>
                </a:solidFill>
                <a:latin typeface="Avenir Next"/>
                <a:ea typeface="Avenir Next"/>
                <a:cs typeface="Avenir Next"/>
              </a:defRPr>
            </a:lvl6pPr>
            <a:lvl7pPr algn="l">
              <a:defRPr sz="1875" b="0">
                <a:solidFill>
                  <a:srgbClr val="454A66"/>
                </a:solidFill>
                <a:latin typeface="Avenir Next"/>
                <a:ea typeface="Avenir Next"/>
                <a:cs typeface="Avenir Next"/>
              </a:defRPr>
            </a:lvl7pPr>
            <a:lvl8pPr algn="l">
              <a:defRPr sz="1875" b="0">
                <a:solidFill>
                  <a:srgbClr val="454A66"/>
                </a:solidFill>
                <a:latin typeface="Avenir Next"/>
                <a:ea typeface="Avenir Next"/>
                <a:cs typeface="Avenir Next"/>
              </a:defRPr>
            </a:lvl8pPr>
            <a:lvl9pPr algn="l">
              <a:defRPr sz="1875" b="0">
                <a:solidFill>
                  <a:srgbClr val="454A66"/>
                </a:solidFill>
                <a:latin typeface="Avenir Next"/>
                <a:ea typeface="Avenir Next"/>
                <a:cs typeface="Avenir Next"/>
              </a:defRPr>
            </a:lvl9pPr>
          </a:lstStyle>
          <a:p xmlns:a="http://schemas.openxmlformats.org/drawingml/2006/main">
            <a:pPr algn="l">
              <a:defRPr sz="1875" b="0">
                <a:solidFill>
                  <a:srgbClr val="454A66"/>
                </a:solidFill>
                <a:latin typeface="Avenir Next"/>
                <a:ea typeface="Avenir Next"/>
                <a:cs typeface="Avenir Next"/>
              </a:defRPr>
            </a:pPr>
            <a:r>
              <a:rPr sz="1875" b="0">
                <a:solidFill>
                  <a:srgbClr val="454A66"/>
                </a:solidFill>
                <a:latin typeface="Avenir Next"/>
                <a:ea typeface="Avenir Next"/>
                <a:cs typeface="Avenir Next"/>
              </a:rPr>
              <a:t>Chat, forum et multilingue</a:t>
            </a:r>
          </a:p>
          <a:p xmlns:a="http://schemas.openxmlformats.org/drawingml/2006/main">
            <a:pPr algn="l">
              <a:defRPr sz="1875" b="0">
                <a:solidFill>
                  <a:srgbClr val="454A66"/>
                </a:solidFill>
                <a:latin typeface="Avenir Next"/>
                <a:ea typeface="Avenir Next"/>
                <a:cs typeface="Avenir Next"/>
              </a:defRPr>
            </a:pPr>
            <a:r>
              <a:rPr sz="1875" b="0">
                <a:solidFill>
                  <a:srgbClr val="454A66"/>
                </a:solidFill>
                <a:latin typeface="Avenir Next"/>
                <a:ea typeface="Avenir Next"/>
                <a:cs typeface="Avenir Next"/>
              </a:rPr>
              <a:t>Recherche avancée et responsive</a:t>
            </a:r>
          </a:p>
        </p:txBody>
      </p:sp>
      <p:sp>
        <p:nvSpPr>
          <p:cNvPr id="19" name="À valider : priorité du lot IA, budget API">
            <a:extLst xmlns:a="http://schemas.openxmlformats.org/drawingml/2006/main">
              <a:ext uri="{FF2B5EF4-FFF2-40B4-BE49-F238E27FC236}">
                <a16:creationId xmlns:a16="http://schemas.microsoft.com/office/drawing/2014/main" id="{42A4BEF8-3E7D-48CC-BF7F-5F4D4BA3C67B}"/>
              </a:ext>
            </a:extLst>
          </p:cNvPr>
          <p:cNvSpPr>
            <a:spLocks xmlns:a="http://schemas.openxmlformats.org/drawingml/2006/main" noGrp="1"/>
          </p:cNvSpPr>
          <p:nvPr/>
        </p:nvSpPr>
        <p:spPr>
          <a:xfrm xmlns:a="http://schemas.openxmlformats.org/drawingml/2006/main">
            <a:off x="714375" y="59436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0">
                <a:solidFill>
                  <a:srgbClr val="454A66"/>
                </a:solidFill>
                <a:latin typeface="Avenir Next"/>
                <a:ea typeface="Avenir Next"/>
                <a:cs typeface="Avenir Next"/>
              </a:defRPr>
            </a:defPPr>
            <a:lvl1pPr algn="l">
              <a:defRPr sz="1425" b="0">
                <a:solidFill>
                  <a:srgbClr val="454A66"/>
                </a:solidFill>
                <a:latin typeface="Avenir Next"/>
                <a:ea typeface="Avenir Next"/>
                <a:cs typeface="Avenir Next"/>
              </a:defRPr>
            </a:lvl1pPr>
            <a:lvl2pPr algn="l">
              <a:defRPr sz="1425" b="0">
                <a:solidFill>
                  <a:srgbClr val="454A66"/>
                </a:solidFill>
                <a:latin typeface="Avenir Next"/>
                <a:ea typeface="Avenir Next"/>
                <a:cs typeface="Avenir Next"/>
              </a:defRPr>
            </a:lvl2pPr>
            <a:lvl3pPr algn="l">
              <a:defRPr sz="1425" b="0">
                <a:solidFill>
                  <a:srgbClr val="454A66"/>
                </a:solidFill>
                <a:latin typeface="Avenir Next"/>
                <a:ea typeface="Avenir Next"/>
                <a:cs typeface="Avenir Next"/>
              </a:defRPr>
            </a:lvl3pPr>
            <a:lvl4pPr algn="l">
              <a:defRPr sz="1425" b="0">
                <a:solidFill>
                  <a:srgbClr val="454A66"/>
                </a:solidFill>
                <a:latin typeface="Avenir Next"/>
                <a:ea typeface="Avenir Next"/>
                <a:cs typeface="Avenir Next"/>
              </a:defRPr>
            </a:lvl4pPr>
            <a:lvl5pPr algn="l">
              <a:defRPr sz="1425" b="0">
                <a:solidFill>
                  <a:srgbClr val="454A66"/>
                </a:solidFill>
                <a:latin typeface="Avenir Next"/>
                <a:ea typeface="Avenir Next"/>
                <a:cs typeface="Avenir Next"/>
              </a:defRPr>
            </a:lvl5pPr>
            <a:lvl6pPr algn="l">
              <a:defRPr sz="1425" b="0">
                <a:solidFill>
                  <a:srgbClr val="454A66"/>
                </a:solidFill>
                <a:latin typeface="Avenir Next"/>
                <a:ea typeface="Avenir Next"/>
                <a:cs typeface="Avenir Next"/>
              </a:defRPr>
            </a:lvl6pPr>
            <a:lvl7pPr algn="l">
              <a:defRPr sz="1425" b="0">
                <a:solidFill>
                  <a:srgbClr val="454A66"/>
                </a:solidFill>
                <a:latin typeface="Avenir Next"/>
                <a:ea typeface="Avenir Next"/>
                <a:cs typeface="Avenir Next"/>
              </a:defRPr>
            </a:lvl7pPr>
            <a:lvl8pPr algn="l">
              <a:defRPr sz="1425" b="0">
                <a:solidFill>
                  <a:srgbClr val="454A66"/>
                </a:solidFill>
                <a:latin typeface="Avenir Next"/>
                <a:ea typeface="Avenir Next"/>
                <a:cs typeface="Avenir Next"/>
              </a:defRPr>
            </a:lvl8pPr>
            <a:lvl9pPr algn="l">
              <a:defRPr sz="1425" b="0">
                <a:solidFill>
                  <a:srgbClr val="454A66"/>
                </a:solidFill>
                <a:latin typeface="Avenir Next"/>
                <a:ea typeface="Avenir Next"/>
                <a:cs typeface="Avenir Next"/>
              </a:defRPr>
            </a:lvl9pPr>
          </a:lstStyle>
          <a:p xmlns:a="http://schemas.openxmlformats.org/drawingml/2006/main">
            <a:pPr algn="l">
              <a:defRPr sz="1425" b="0">
                <a:solidFill>
                  <a:srgbClr val="454A66"/>
                </a:solidFill>
                <a:latin typeface="Avenir Next"/>
                <a:ea typeface="Avenir Next"/>
                <a:cs typeface="Avenir Next"/>
              </a:defRPr>
            </a:pPr>
            <a:r>
              <a:rPr sz="1425" b="0">
                <a:solidFill>
                  <a:srgbClr val="454A66"/>
                </a:solidFill>
                <a:latin typeface="Avenir Next"/>
                <a:ea typeface="Avenir Next"/>
                <a:cs typeface="Avenir Next"/>
              </a:rPr>
              <a:t>À valider : priorité du lot IA, budget API et cible locale</a:t>
            </a:r>
          </a:p>
        </p:txBody>
      </p:sp>
    </p:spTree>
    <p:extLst>
      <p:ext uri="{BB962C8B-B14F-4D97-AF65-F5344CB8AC3E}">
        <p14:creationId xmlns:p14="http://schemas.microsoft.com/office/powerpoint/2010/main" val="28211725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Fonctionnalités par rôle">
            <a:extLst xmlns:a="http://schemas.openxmlformats.org/drawingml/2006/main">
              <a:ext uri="{FF2B5EF4-FFF2-40B4-BE49-F238E27FC236}">
                <a16:creationId xmlns:a16="http://schemas.microsoft.com/office/drawing/2014/main" id="{FDB141E7-A6EE-43C4-A443-A968B14A0677}"/>
              </a:ext>
            </a:extLst>
          </p:cNvPr>
          <p:cNvSpPr>
            <a:spLocks xmlns:a="http://schemas.openxmlformats.org/drawingml/2006/main" noGrp="1"/>
          </p:cNvSpPr>
          <p:nvPr/>
        </p:nvSpPr>
        <p:spPr>
          <a:xfrm xmlns:a="http://schemas.openxmlformats.org/drawingml/2006/main">
            <a:off x="609600" y="42862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1738"/>
                </a:solidFill>
                <a:latin typeface="Avenir Next"/>
                <a:ea typeface="Avenir Next"/>
                <a:cs typeface="Avenir Next"/>
              </a:defRPr>
            </a:defPPr>
            <a:lvl1pPr algn="l">
              <a:defRPr sz="3300" b="1">
                <a:solidFill>
                  <a:srgbClr val="111738"/>
                </a:solidFill>
                <a:latin typeface="Avenir Next"/>
                <a:ea typeface="Avenir Next"/>
                <a:cs typeface="Avenir Next"/>
              </a:defRPr>
            </a:lvl1pPr>
            <a:lvl2pPr algn="l">
              <a:defRPr sz="3300" b="1">
                <a:solidFill>
                  <a:srgbClr val="111738"/>
                </a:solidFill>
                <a:latin typeface="Avenir Next"/>
                <a:ea typeface="Avenir Next"/>
                <a:cs typeface="Avenir Next"/>
              </a:defRPr>
            </a:lvl2pPr>
            <a:lvl3pPr algn="l">
              <a:defRPr sz="3300" b="1">
                <a:solidFill>
                  <a:srgbClr val="111738"/>
                </a:solidFill>
                <a:latin typeface="Avenir Next"/>
                <a:ea typeface="Avenir Next"/>
                <a:cs typeface="Avenir Next"/>
              </a:defRPr>
            </a:lvl3pPr>
            <a:lvl4pPr algn="l">
              <a:defRPr sz="3300" b="1">
                <a:solidFill>
                  <a:srgbClr val="111738"/>
                </a:solidFill>
                <a:latin typeface="Avenir Next"/>
                <a:ea typeface="Avenir Next"/>
                <a:cs typeface="Avenir Next"/>
              </a:defRPr>
            </a:lvl4pPr>
            <a:lvl5pPr algn="l">
              <a:defRPr sz="3300" b="1">
                <a:solidFill>
                  <a:srgbClr val="111738"/>
                </a:solidFill>
                <a:latin typeface="Avenir Next"/>
                <a:ea typeface="Avenir Next"/>
                <a:cs typeface="Avenir Next"/>
              </a:defRPr>
            </a:lvl5pPr>
            <a:lvl6pPr algn="l">
              <a:defRPr sz="3300" b="1">
                <a:solidFill>
                  <a:srgbClr val="111738"/>
                </a:solidFill>
                <a:latin typeface="Avenir Next"/>
                <a:ea typeface="Avenir Next"/>
                <a:cs typeface="Avenir Next"/>
              </a:defRPr>
            </a:lvl6pPr>
            <a:lvl7pPr algn="l">
              <a:defRPr sz="3300" b="1">
                <a:solidFill>
                  <a:srgbClr val="111738"/>
                </a:solidFill>
                <a:latin typeface="Avenir Next"/>
                <a:ea typeface="Avenir Next"/>
                <a:cs typeface="Avenir Next"/>
              </a:defRPr>
            </a:lvl7pPr>
            <a:lvl8pPr algn="l">
              <a:defRPr sz="3300" b="1">
                <a:solidFill>
                  <a:srgbClr val="111738"/>
                </a:solidFill>
                <a:latin typeface="Avenir Next"/>
                <a:ea typeface="Avenir Next"/>
                <a:cs typeface="Avenir Next"/>
              </a:defRPr>
            </a:lvl8pPr>
            <a:lvl9pPr algn="l">
              <a:defRPr sz="3300" b="1">
                <a:solidFill>
                  <a:srgbClr val="111738"/>
                </a:solidFill>
                <a:latin typeface="Avenir Next"/>
                <a:ea typeface="Avenir Next"/>
                <a:cs typeface="Avenir Next"/>
              </a:defRPr>
            </a:lvl9pPr>
          </a:lstStyle>
          <a:p xmlns:a="http://schemas.openxmlformats.org/drawingml/2006/main">
            <a:pPr algn="l">
              <a:defRPr sz="3300" b="1">
                <a:solidFill>
                  <a:srgbClr val="111738"/>
                </a:solidFill>
                <a:latin typeface="Avenir Next"/>
                <a:ea typeface="Avenir Next"/>
                <a:cs typeface="Avenir Next"/>
              </a:defRPr>
            </a:pPr>
            <a:r>
              <a:rPr sz="3300" b="1">
                <a:solidFill>
                  <a:srgbClr val="111738"/>
                </a:solidFill>
                <a:latin typeface="Avenir Next"/>
                <a:ea typeface="Avenir Next"/>
                <a:cs typeface="Avenir Next"/>
              </a:rPr>
              <a:t>Fonctionnalités par rôle</a:t>
            </a:r>
          </a:p>
        </p:txBody>
      </p:sp>
      <p:sp>
        <p:nvSpPr>
          <p:cNvPr id="2" name="Des autorisations vérifiées côté serveur">
            <a:extLst xmlns:a="http://schemas.openxmlformats.org/drawingml/2006/main">
              <a:ext uri="{FF2B5EF4-FFF2-40B4-BE49-F238E27FC236}">
                <a16:creationId xmlns:a16="http://schemas.microsoft.com/office/drawing/2014/main" id="{56017D99-F04E-4068-8E5D-57B42527D4BB}"/>
              </a:ext>
            </a:extLst>
          </p:cNvPr>
          <p:cNvSpPr>
            <a:spLocks xmlns:a="http://schemas.openxmlformats.org/drawingml/2006/main" noGrp="1"/>
          </p:cNvSpPr>
          <p:nvPr/>
        </p:nvSpPr>
        <p:spPr>
          <a:xfrm xmlns:a="http://schemas.openxmlformats.org/drawingml/2006/main">
            <a:off x="609600" y="1190625"/>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454A66"/>
                </a:solidFill>
                <a:latin typeface="Avenir Next"/>
                <a:ea typeface="Avenir Next"/>
                <a:cs typeface="Avenir Next"/>
              </a:defRPr>
            </a:defPPr>
            <a:lvl1pPr algn="l">
              <a:defRPr sz="1725" b="0">
                <a:solidFill>
                  <a:srgbClr val="454A66"/>
                </a:solidFill>
                <a:latin typeface="Avenir Next"/>
                <a:ea typeface="Avenir Next"/>
                <a:cs typeface="Avenir Next"/>
              </a:defRPr>
            </a:lvl1pPr>
            <a:lvl2pPr algn="l">
              <a:defRPr sz="1725" b="0">
                <a:solidFill>
                  <a:srgbClr val="454A66"/>
                </a:solidFill>
                <a:latin typeface="Avenir Next"/>
                <a:ea typeface="Avenir Next"/>
                <a:cs typeface="Avenir Next"/>
              </a:defRPr>
            </a:lvl2pPr>
            <a:lvl3pPr algn="l">
              <a:defRPr sz="1725" b="0">
                <a:solidFill>
                  <a:srgbClr val="454A66"/>
                </a:solidFill>
                <a:latin typeface="Avenir Next"/>
                <a:ea typeface="Avenir Next"/>
                <a:cs typeface="Avenir Next"/>
              </a:defRPr>
            </a:lvl3pPr>
            <a:lvl4pPr algn="l">
              <a:defRPr sz="1725" b="0">
                <a:solidFill>
                  <a:srgbClr val="454A66"/>
                </a:solidFill>
                <a:latin typeface="Avenir Next"/>
                <a:ea typeface="Avenir Next"/>
                <a:cs typeface="Avenir Next"/>
              </a:defRPr>
            </a:lvl4pPr>
            <a:lvl5pPr algn="l">
              <a:defRPr sz="1725" b="0">
                <a:solidFill>
                  <a:srgbClr val="454A66"/>
                </a:solidFill>
                <a:latin typeface="Avenir Next"/>
                <a:ea typeface="Avenir Next"/>
                <a:cs typeface="Avenir Next"/>
              </a:defRPr>
            </a:lvl5pPr>
            <a:lvl6pPr algn="l">
              <a:defRPr sz="1725" b="0">
                <a:solidFill>
                  <a:srgbClr val="454A66"/>
                </a:solidFill>
                <a:latin typeface="Avenir Next"/>
                <a:ea typeface="Avenir Next"/>
                <a:cs typeface="Avenir Next"/>
              </a:defRPr>
            </a:lvl6pPr>
            <a:lvl7pPr algn="l">
              <a:defRPr sz="1725" b="0">
                <a:solidFill>
                  <a:srgbClr val="454A66"/>
                </a:solidFill>
                <a:latin typeface="Avenir Next"/>
                <a:ea typeface="Avenir Next"/>
                <a:cs typeface="Avenir Next"/>
              </a:defRPr>
            </a:lvl7pPr>
            <a:lvl8pPr algn="l">
              <a:defRPr sz="1725" b="0">
                <a:solidFill>
                  <a:srgbClr val="454A66"/>
                </a:solidFill>
                <a:latin typeface="Avenir Next"/>
                <a:ea typeface="Avenir Next"/>
                <a:cs typeface="Avenir Next"/>
              </a:defRPr>
            </a:lvl8pPr>
            <a:lvl9pPr algn="l">
              <a:defRPr sz="1725" b="0">
                <a:solidFill>
                  <a:srgbClr val="454A66"/>
                </a:solidFill>
                <a:latin typeface="Avenir Next"/>
                <a:ea typeface="Avenir Next"/>
                <a:cs typeface="Avenir Next"/>
              </a:defRPr>
            </a:lvl9pPr>
          </a:lstStyle>
          <a:p xmlns:a="http://schemas.openxmlformats.org/drawingml/2006/main">
            <a:pPr algn="l">
              <a:defRPr sz="1725" b="0">
                <a:solidFill>
                  <a:srgbClr val="454A66"/>
                </a:solidFill>
                <a:latin typeface="Avenir Next"/>
                <a:ea typeface="Avenir Next"/>
                <a:cs typeface="Avenir Next"/>
              </a:defRPr>
            </a:pPr>
            <a:r>
              <a:rPr sz="1725" b="0">
                <a:solidFill>
                  <a:srgbClr val="454A66"/>
                </a:solidFill>
                <a:latin typeface="Avenir Next"/>
                <a:ea typeface="Avenir Next"/>
                <a:cs typeface="Avenir Next"/>
              </a:rPr>
              <a:t>Des autorisations vérifiées côté serveur</a:t>
            </a:r>
          </a:p>
        </p:txBody>
      </p:sp>
      <p:sp>
        <p:nvSpPr>
          <p:cNvPr id="3" name="G1D Lab  /  APP ISEP">
            <a:extLst xmlns:a="http://schemas.openxmlformats.org/drawingml/2006/main">
              <a:ext uri="{FF2B5EF4-FFF2-40B4-BE49-F238E27FC236}">
                <a16:creationId xmlns:a16="http://schemas.microsoft.com/office/drawing/2014/main" id="{2DDFC649-13BB-4F8F-A2E9-0DDF794C718E}"/>
              </a:ext>
            </a:extLst>
          </p:cNvPr>
          <p:cNvSpPr>
            <a:spLocks xmlns:a="http://schemas.openxmlformats.org/drawingml/2006/main" noGrp="1"/>
          </p:cNvSpPr>
          <p:nvPr/>
        </p:nvSpPr>
        <p:spPr>
          <a:xfrm xmlns:a="http://schemas.openxmlformats.org/drawingml/2006/main">
            <a:off x="609600" y="6448425"/>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454A66"/>
                </a:solidFill>
                <a:latin typeface="Avenir Next"/>
                <a:ea typeface="Avenir Next"/>
                <a:cs typeface="Avenir Next"/>
              </a:defRPr>
            </a:defPPr>
            <a:lvl1pPr algn="l">
              <a:defRPr sz="1125" b="0">
                <a:solidFill>
                  <a:srgbClr val="454A66"/>
                </a:solidFill>
                <a:latin typeface="Avenir Next"/>
                <a:ea typeface="Avenir Next"/>
                <a:cs typeface="Avenir Next"/>
              </a:defRPr>
            </a:lvl1pPr>
            <a:lvl2pPr algn="l">
              <a:defRPr sz="1125" b="0">
                <a:solidFill>
                  <a:srgbClr val="454A66"/>
                </a:solidFill>
                <a:latin typeface="Avenir Next"/>
                <a:ea typeface="Avenir Next"/>
                <a:cs typeface="Avenir Next"/>
              </a:defRPr>
            </a:lvl2pPr>
            <a:lvl3pPr algn="l">
              <a:defRPr sz="1125" b="0">
                <a:solidFill>
                  <a:srgbClr val="454A66"/>
                </a:solidFill>
                <a:latin typeface="Avenir Next"/>
                <a:ea typeface="Avenir Next"/>
                <a:cs typeface="Avenir Next"/>
              </a:defRPr>
            </a:lvl3pPr>
            <a:lvl4pPr algn="l">
              <a:defRPr sz="1125" b="0">
                <a:solidFill>
                  <a:srgbClr val="454A66"/>
                </a:solidFill>
                <a:latin typeface="Avenir Next"/>
                <a:ea typeface="Avenir Next"/>
                <a:cs typeface="Avenir Next"/>
              </a:defRPr>
            </a:lvl4pPr>
            <a:lvl5pPr algn="l">
              <a:defRPr sz="1125" b="0">
                <a:solidFill>
                  <a:srgbClr val="454A66"/>
                </a:solidFill>
                <a:latin typeface="Avenir Next"/>
                <a:ea typeface="Avenir Next"/>
                <a:cs typeface="Avenir Next"/>
              </a:defRPr>
            </a:lvl5pPr>
            <a:lvl6pPr algn="l">
              <a:defRPr sz="1125" b="0">
                <a:solidFill>
                  <a:srgbClr val="454A66"/>
                </a:solidFill>
                <a:latin typeface="Avenir Next"/>
                <a:ea typeface="Avenir Next"/>
                <a:cs typeface="Avenir Next"/>
              </a:defRPr>
            </a:lvl6pPr>
            <a:lvl7pPr algn="l">
              <a:defRPr sz="1125" b="0">
                <a:solidFill>
                  <a:srgbClr val="454A66"/>
                </a:solidFill>
                <a:latin typeface="Avenir Next"/>
                <a:ea typeface="Avenir Next"/>
                <a:cs typeface="Avenir Next"/>
              </a:defRPr>
            </a:lvl7pPr>
            <a:lvl8pPr algn="l">
              <a:defRPr sz="1125" b="0">
                <a:solidFill>
                  <a:srgbClr val="454A66"/>
                </a:solidFill>
                <a:latin typeface="Avenir Next"/>
                <a:ea typeface="Avenir Next"/>
                <a:cs typeface="Avenir Next"/>
              </a:defRPr>
            </a:lvl8pPr>
            <a:lvl9pPr algn="l">
              <a:defRPr sz="1125" b="0">
                <a:solidFill>
                  <a:srgbClr val="454A66"/>
                </a:solidFill>
                <a:latin typeface="Avenir Next"/>
                <a:ea typeface="Avenir Next"/>
                <a:cs typeface="Avenir Next"/>
              </a:defRPr>
            </a:lvl9pPr>
          </a:lstStyle>
          <a:p xmlns:a="http://schemas.openxmlformats.org/drawingml/2006/main">
            <a:pPr algn="l">
              <a:defRPr sz="1125" b="0">
                <a:solidFill>
                  <a:srgbClr val="454A66"/>
                </a:solidFill>
                <a:latin typeface="Avenir Next"/>
                <a:ea typeface="Avenir Next"/>
                <a:cs typeface="Avenir Next"/>
              </a:defRPr>
            </a:pPr>
            <a:r>
              <a:rPr sz="1125" b="0">
                <a:solidFill>
                  <a:srgbClr val="454A66"/>
                </a:solidFill>
                <a:latin typeface="Avenir Next"/>
                <a:ea typeface="Avenir Next"/>
                <a:cs typeface="Avenir Next"/>
              </a:rPr>
              <a:t>G1D Lab  /  APP ISEP</a:t>
            </a:r>
          </a:p>
        </p:txBody>
      </p:sp>
      <p:sp>
        <p:nvSpPr>
          <p:cNvPr id="4" name="04">
            <a:extLst xmlns:a="http://schemas.openxmlformats.org/drawingml/2006/main">
              <a:ext uri="{FF2B5EF4-FFF2-40B4-BE49-F238E27FC236}">
                <a16:creationId xmlns:a16="http://schemas.microsoft.com/office/drawing/2014/main" id="{2695360E-FD12-4C31-BE96-BC5507219084}"/>
              </a:ext>
            </a:extLst>
          </p:cNvPr>
          <p:cNvSpPr>
            <a:spLocks xmlns:a="http://schemas.openxmlformats.org/drawingml/2006/main" noGrp="1"/>
          </p:cNvSpPr>
          <p:nvPr/>
        </p:nvSpPr>
        <p:spPr>
          <a:xfrm xmlns:a="http://schemas.openxmlformats.org/drawingml/2006/main">
            <a:off x="10953750" y="641985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75" b="0">
                <a:solidFill>
                  <a:srgbClr val="454A66"/>
                </a:solidFill>
                <a:latin typeface="Avenir Next"/>
                <a:ea typeface="Avenir Next"/>
                <a:cs typeface="Avenir Next"/>
              </a:defRPr>
            </a:defPPr>
            <a:lvl1pPr algn="r">
              <a:defRPr sz="1275" b="0">
                <a:solidFill>
                  <a:srgbClr val="454A66"/>
                </a:solidFill>
                <a:latin typeface="Avenir Next"/>
                <a:ea typeface="Avenir Next"/>
                <a:cs typeface="Avenir Next"/>
              </a:defRPr>
            </a:lvl1pPr>
            <a:lvl2pPr algn="r">
              <a:defRPr sz="1275" b="0">
                <a:solidFill>
                  <a:srgbClr val="454A66"/>
                </a:solidFill>
                <a:latin typeface="Avenir Next"/>
                <a:ea typeface="Avenir Next"/>
                <a:cs typeface="Avenir Next"/>
              </a:defRPr>
            </a:lvl2pPr>
            <a:lvl3pPr algn="r">
              <a:defRPr sz="1275" b="0">
                <a:solidFill>
                  <a:srgbClr val="454A66"/>
                </a:solidFill>
                <a:latin typeface="Avenir Next"/>
                <a:ea typeface="Avenir Next"/>
                <a:cs typeface="Avenir Next"/>
              </a:defRPr>
            </a:lvl3pPr>
            <a:lvl4pPr algn="r">
              <a:defRPr sz="1275" b="0">
                <a:solidFill>
                  <a:srgbClr val="454A66"/>
                </a:solidFill>
                <a:latin typeface="Avenir Next"/>
                <a:ea typeface="Avenir Next"/>
                <a:cs typeface="Avenir Next"/>
              </a:defRPr>
            </a:lvl4pPr>
            <a:lvl5pPr algn="r">
              <a:defRPr sz="1275" b="0">
                <a:solidFill>
                  <a:srgbClr val="454A66"/>
                </a:solidFill>
                <a:latin typeface="Avenir Next"/>
                <a:ea typeface="Avenir Next"/>
                <a:cs typeface="Avenir Next"/>
              </a:defRPr>
            </a:lvl5pPr>
            <a:lvl6pPr algn="r">
              <a:defRPr sz="1275" b="0">
                <a:solidFill>
                  <a:srgbClr val="454A66"/>
                </a:solidFill>
                <a:latin typeface="Avenir Next"/>
                <a:ea typeface="Avenir Next"/>
                <a:cs typeface="Avenir Next"/>
              </a:defRPr>
            </a:lvl6pPr>
            <a:lvl7pPr algn="r">
              <a:defRPr sz="1275" b="0">
                <a:solidFill>
                  <a:srgbClr val="454A66"/>
                </a:solidFill>
                <a:latin typeface="Avenir Next"/>
                <a:ea typeface="Avenir Next"/>
                <a:cs typeface="Avenir Next"/>
              </a:defRPr>
            </a:lvl7pPr>
            <a:lvl8pPr algn="r">
              <a:defRPr sz="1275" b="0">
                <a:solidFill>
                  <a:srgbClr val="454A66"/>
                </a:solidFill>
                <a:latin typeface="Avenir Next"/>
                <a:ea typeface="Avenir Next"/>
                <a:cs typeface="Avenir Next"/>
              </a:defRPr>
            </a:lvl8pPr>
            <a:lvl9pPr algn="r">
              <a:defRPr sz="1275" b="0">
                <a:solidFill>
                  <a:srgbClr val="454A66"/>
                </a:solidFill>
                <a:latin typeface="Avenir Next"/>
                <a:ea typeface="Avenir Next"/>
                <a:cs typeface="Avenir Next"/>
              </a:defRPr>
            </a:lvl9pPr>
          </a:lstStyle>
          <a:p xmlns:a="http://schemas.openxmlformats.org/drawingml/2006/main">
            <a:pPr algn="r">
              <a:defRPr sz="1275" b="0">
                <a:solidFill>
                  <a:srgbClr val="454A66"/>
                </a:solidFill>
                <a:latin typeface="Avenir Next"/>
                <a:ea typeface="Avenir Next"/>
                <a:cs typeface="Avenir Next"/>
              </a:defRPr>
            </a:pPr>
            <a:r>
              <a:rPr sz="1275" b="0">
                <a:solidFill>
                  <a:srgbClr val="454A66"/>
                </a:solidFill>
                <a:latin typeface="Avenir Next"/>
                <a:ea typeface="Avenir Next"/>
                <a:cs typeface="Avenir Next"/>
              </a:rPr>
              <a:t>04</a:t>
            </a:r>
          </a:p>
        </p:txBody>
      </p:sp>
      <p:graphicFrame>
        <p:nvGraphicFramePr>
          <p:cNvPr id="5" name="">
            <a:extLst xmlns:a="http://schemas.openxmlformats.org/drawingml/2006/main">
              <a:ext uri="{FF2B5EF4-FFF2-40B4-BE49-F238E27FC236}">
                <a16:creationId xmlns:a16="http://schemas.microsoft.com/office/drawing/2014/main" id="{43369F34-8E5B-423C-AC72-28A2BB6D2B91}"/>
              </a:ext>
            </a:extLst>
          </p:cNvPr>
          <p:cNvGraphicFramePr/>
          <p:nvPr/>
        </p:nvGraphicFramePr>
        <p:xfrm>
          <a:off xmlns:a="http://schemas.openxmlformats.org/drawingml/2006/main" x="714375" y="2066925"/>
          <a:ext xmlns:a="http://schemas.openxmlformats.org/drawingml/2006/main" cx="10763250" cy="3381375"/>
        </p:xfrm>
        <a:graphic xmlns:a="http://schemas.openxmlformats.org/drawingml/2006/main">
          <a:graphicData uri="http://schemas.openxmlformats.org/drawingml/2006/table">
            <a:tbl>
              <a:tblPr/>
              <a:tblGrid>
                <a:gridCol w="2190750"/>
                <a:gridCol w="5095875"/>
                <a:gridCol w="3476625"/>
              </a:tblGrid>
              <a:tr h="676275">
                <a:tc>
                  <a:txBody>
                    <a:bodyPr lIns="142875" tIns="142875" rIns="142875" bIns="142875"/>
                    <a:lstStyle/>
                    <a:p>
                      <a:r>
                        <a:rPr sz="1800" b="1">
                          <a:solidFill>
                            <a:srgbClr val="FFFFFF"/>
                          </a:solidFill>
                          <a:latin typeface="Avenir Next"/>
                          <a:ea typeface="Avenir Next"/>
                          <a:cs typeface="Avenir Next"/>
                        </a:rPr>
                        <a:t>Rôle</a:t>
                      </a:r>
                    </a:p>
                  </a:txBody>
                  <a:tcPr marL="91440" marR="91440" marT="45720" marB="45720" anchor="ctr">
                    <a:lnL w="9525">
                      <a:solidFill>
                        <a:srgbClr val="E1E3EE"/>
                      </a:solidFill>
                      <a:prstDash val="solid"/>
                    </a:lnL>
                    <a:lnR w="9525">
                      <a:solidFill>
                        <a:srgbClr val="E1E3EE"/>
                      </a:solidFill>
                      <a:prstDash val="solid"/>
                    </a:lnR>
                    <a:lnT w="9525">
                      <a:solidFill>
                        <a:srgbClr val="E1E3EE"/>
                      </a:solidFill>
                      <a:prstDash val="solid"/>
                    </a:lnT>
                    <a:lnB w="9525">
                      <a:solidFill>
                        <a:srgbClr val="E1E3EE"/>
                      </a:solidFill>
                      <a:prstDash val="solid"/>
                    </a:lnB>
                    <a:solidFill>
                      <a:srgbClr val="111738"/>
                    </a:solidFill>
                  </a:tcPr>
                </a:tc>
                <a:tc>
                  <a:txBody>
                    <a:bodyPr lIns="142875" tIns="142875" rIns="142875" bIns="142875"/>
                    <a:lstStyle/>
                    <a:p>
                      <a:r>
                        <a:rPr sz="1800" b="1">
                          <a:solidFill>
                            <a:srgbClr val="FFFFFF"/>
                          </a:solidFill>
                          <a:latin typeface="Avenir Next"/>
                          <a:ea typeface="Avenir Next"/>
                          <a:cs typeface="Avenir Next"/>
                        </a:rPr>
                        <a:t>Fonctions principales</a:t>
                      </a:r>
                    </a:p>
                  </a:txBody>
                  <a:tcPr marL="91440" marR="91440" marT="45720" marB="45720" anchor="ctr">
                    <a:lnR w="9525">
                      <a:solidFill>
                        <a:srgbClr val="E1E3EE"/>
                      </a:solidFill>
                      <a:prstDash val="solid"/>
                    </a:lnR>
                    <a:lnT w="9525">
                      <a:solidFill>
                        <a:srgbClr val="E1E3EE"/>
                      </a:solidFill>
                      <a:prstDash val="solid"/>
                    </a:lnT>
                    <a:lnB w="9525">
                      <a:solidFill>
                        <a:srgbClr val="E1E3EE"/>
                      </a:solidFill>
                      <a:prstDash val="solid"/>
                    </a:lnB>
                    <a:solidFill>
                      <a:srgbClr val="111738"/>
                    </a:solidFill>
                  </a:tcPr>
                </a:tc>
                <a:tc>
                  <a:txBody>
                    <a:bodyPr lIns="142875" tIns="142875" rIns="142875" bIns="142875"/>
                    <a:lstStyle/>
                    <a:p>
                      <a:r>
                        <a:rPr sz="1800" b="1">
                          <a:solidFill>
                            <a:srgbClr val="FFFFFF"/>
                          </a:solidFill>
                          <a:latin typeface="Avenir Next"/>
                          <a:ea typeface="Avenir Next"/>
                          <a:cs typeface="Avenir Next"/>
                        </a:rPr>
                        <a:t>Limite d’accès</a:t>
                      </a:r>
                    </a:p>
                  </a:txBody>
                  <a:tcPr marL="91440" marR="91440" marT="45720" marB="45720" anchor="ctr">
                    <a:lnR w="9525">
                      <a:solidFill>
                        <a:srgbClr val="E1E3EE"/>
                      </a:solidFill>
                      <a:prstDash val="solid"/>
                    </a:lnR>
                    <a:lnT w="9525">
                      <a:solidFill>
                        <a:srgbClr val="E1E3EE"/>
                      </a:solidFill>
                      <a:prstDash val="solid"/>
                    </a:lnT>
                    <a:lnB w="9525">
                      <a:solidFill>
                        <a:srgbClr val="E1E3EE"/>
                      </a:solidFill>
                      <a:prstDash val="solid"/>
                    </a:lnB>
                    <a:solidFill>
                      <a:srgbClr val="111738"/>
                    </a:solidFill>
                  </a:tcPr>
                </a:tc>
              </a:tr>
              <a:tr h="676275">
                <a:tc>
                  <a:txBody>
                    <a:bodyPr lIns="142875" tIns="142875" rIns="142875" bIns="142875"/>
                    <a:lstStyle/>
                    <a:p>
                      <a:r>
                        <a:rPr sz="1875" b="1">
                          <a:solidFill>
                            <a:srgbClr val="111738"/>
                          </a:solidFill>
                          <a:latin typeface="Avenir Next"/>
                          <a:ea typeface="Avenir Next"/>
                          <a:cs typeface="Avenir Next"/>
                        </a:rPr>
                        <a:t>Visiteur</a:t>
                      </a:r>
                    </a:p>
                  </a:txBody>
                  <a:tcPr marL="91440" marR="91440" marT="45720" marB="45720" anchor="ctr">
                    <a:lnL w="9525">
                      <a:solidFill>
                        <a:srgbClr val="E1E3EE"/>
                      </a:solidFill>
                      <a:prstDash val="solid"/>
                    </a:lnL>
                    <a:lnR w="9525">
                      <a:solidFill>
                        <a:srgbClr val="E1E3EE"/>
                      </a:solidFill>
                      <a:prstDash val="solid"/>
                    </a:lnR>
                    <a:lnB w="9525">
                      <a:solidFill>
                        <a:srgbClr val="E1E3EE"/>
                      </a:solidFill>
                      <a:prstDash val="solid"/>
                    </a:lnB>
                    <a:solidFill>
                      <a:srgbClr val="F4F5FA"/>
                    </a:solidFill>
                  </a:tcPr>
                </a:tc>
                <a:tc>
                  <a:txBody>
                    <a:bodyPr lIns="142875" tIns="142875" rIns="142875" bIns="142875"/>
                    <a:lstStyle/>
                    <a:p>
                      <a:r>
                        <a:rPr sz="1875" b="0">
                          <a:solidFill>
                            <a:srgbClr val="111738"/>
                          </a:solidFill>
                          <a:latin typeface="Avenir Next"/>
                          <a:ea typeface="Avenir Next"/>
                          <a:cs typeface="Avenir Next"/>
                        </a:rPr>
                        <a:t>Consulter, rechercher,</a:t>
                      </a:r>
                    </a:p>
                    <a:p>
                      <a:r>
                        <a:rPr sz="1875" b="0">
                          <a:solidFill>
                            <a:srgbClr val="111738"/>
                          </a:solidFill>
                          <a:latin typeface="Avenir Next"/>
                          <a:ea typeface="Avenir Next"/>
                          <a:cs typeface="Avenir Next"/>
                        </a:rPr>
                        <a:t>assistant public, compte</a:t>
                      </a:r>
                    </a:p>
                  </a:txBody>
                  <a:tcPr marL="91440" marR="91440" marT="45720" marB="45720" anchor="ctr">
                    <a:lnR w="9525">
                      <a:solidFill>
                        <a:srgbClr val="E1E3EE"/>
                      </a:solidFill>
                      <a:prstDash val="solid"/>
                    </a:lnR>
                    <a:lnB w="9525">
                      <a:solidFill>
                        <a:srgbClr val="E1E3EE"/>
                      </a:solidFill>
                      <a:prstDash val="solid"/>
                    </a:lnB>
                    <a:solidFill>
                      <a:srgbClr val="F4F5FA"/>
                    </a:solidFill>
                  </a:tcPr>
                </a:tc>
                <a:tc>
                  <a:txBody>
                    <a:bodyPr lIns="142875" tIns="142875" rIns="142875" bIns="142875"/>
                    <a:lstStyle/>
                    <a:p>
                      <a:r>
                        <a:rPr sz="1875" b="0">
                          <a:solidFill>
                            <a:srgbClr val="111738"/>
                          </a:solidFill>
                          <a:latin typeface="Avenir Next"/>
                          <a:ea typeface="Avenir Next"/>
                          <a:cs typeface="Avenir Next"/>
                        </a:rPr>
                        <a:t>Contenus publics</a:t>
                      </a:r>
                    </a:p>
                  </a:txBody>
                  <a:tcPr marL="91440" marR="91440" marT="45720" marB="45720" anchor="ctr">
                    <a:lnR w="9525">
                      <a:solidFill>
                        <a:srgbClr val="E1E3EE"/>
                      </a:solidFill>
                      <a:prstDash val="solid"/>
                    </a:lnR>
                    <a:lnB w="9525">
                      <a:solidFill>
                        <a:srgbClr val="E1E3EE"/>
                      </a:solidFill>
                      <a:prstDash val="solid"/>
                    </a:lnB>
                    <a:solidFill>
                      <a:srgbClr val="F4F5FA"/>
                    </a:solidFill>
                  </a:tcPr>
                </a:tc>
              </a:tr>
              <a:tr h="676275">
                <a:tc>
                  <a:txBody>
                    <a:bodyPr lIns="142875" tIns="142875" rIns="142875" bIns="142875"/>
                    <a:lstStyle/>
                    <a:p>
                      <a:r>
                        <a:rPr sz="1875" b="1">
                          <a:solidFill>
                            <a:srgbClr val="111738"/>
                          </a:solidFill>
                          <a:latin typeface="Avenir Next"/>
                          <a:ea typeface="Avenir Next"/>
                          <a:cs typeface="Avenir Next"/>
                        </a:rPr>
                        <a:t>Participant</a:t>
                      </a:r>
                    </a:p>
                  </a:txBody>
                  <a:tcPr marL="91440" marR="91440" marT="45720" marB="45720" anchor="ctr">
                    <a:lnL w="9525">
                      <a:solidFill>
                        <a:srgbClr val="E1E3EE"/>
                      </a:solidFill>
                      <a:prstDash val="solid"/>
                    </a:lnL>
                    <a:lnR w="9525">
                      <a:solidFill>
                        <a:srgbClr val="E1E3EE"/>
                      </a:solidFill>
                      <a:prstDash val="solid"/>
                    </a:lnR>
                    <a:lnB w="9525">
                      <a:solidFill>
                        <a:srgbClr val="E1E3EE"/>
                      </a:solidFill>
                      <a:prstDash val="solid"/>
                    </a:lnB>
                    <a:solidFill>
                      <a:srgbClr val="FFFFFF"/>
                    </a:solidFill>
                  </a:tcPr>
                </a:tc>
                <a:tc>
                  <a:txBody>
                    <a:bodyPr lIns="142875" tIns="142875" rIns="142875" bIns="142875"/>
                    <a:lstStyle/>
                    <a:p>
                      <a:r>
                        <a:rPr sz="1875" b="0">
                          <a:solidFill>
                            <a:srgbClr val="111738"/>
                          </a:solidFill>
                          <a:latin typeface="Avenir Next"/>
                          <a:ea typeface="Avenir Next"/>
                          <a:cs typeface="Avenir Next"/>
                        </a:rPr>
                        <a:t>Profil, réservations,</a:t>
                      </a:r>
                    </a:p>
                    <a:p>
                      <a:r>
                        <a:rPr sz="1875" b="0">
                          <a:solidFill>
                            <a:srgbClr val="111738"/>
                          </a:solidFill>
                          <a:latin typeface="Avenir Next"/>
                          <a:ea typeface="Avenir Next"/>
                          <a:cs typeface="Avenir Next"/>
                        </a:rPr>
                        <a:t>assistant personnalisé</a:t>
                      </a:r>
                    </a:p>
                  </a:txBody>
                  <a:tcPr marL="91440" marR="91440" marT="45720" marB="45720" anchor="ctr">
                    <a:lnR w="9525">
                      <a:solidFill>
                        <a:srgbClr val="E1E3EE"/>
                      </a:solidFill>
                      <a:prstDash val="solid"/>
                    </a:lnR>
                    <a:lnB w="9525">
                      <a:solidFill>
                        <a:srgbClr val="E1E3EE"/>
                      </a:solidFill>
                      <a:prstDash val="solid"/>
                    </a:lnB>
                    <a:solidFill>
                      <a:srgbClr val="FFFFFF"/>
                    </a:solidFill>
                  </a:tcPr>
                </a:tc>
                <a:tc>
                  <a:txBody>
                    <a:bodyPr lIns="142875" tIns="142875" rIns="142875" bIns="142875"/>
                    <a:lstStyle/>
                    <a:p>
                      <a:r>
                        <a:rPr sz="1875" b="0">
                          <a:solidFill>
                            <a:srgbClr val="111738"/>
                          </a:solidFill>
                          <a:latin typeface="Avenir Next"/>
                          <a:ea typeface="Avenir Next"/>
                          <a:cs typeface="Avenir Next"/>
                        </a:rPr>
                        <a:t>Ses propres données</a:t>
                      </a:r>
                    </a:p>
                  </a:txBody>
                  <a:tcPr marL="91440" marR="91440" marT="45720" marB="45720" anchor="ctr">
                    <a:lnR w="9525">
                      <a:solidFill>
                        <a:srgbClr val="E1E3EE"/>
                      </a:solidFill>
                      <a:prstDash val="solid"/>
                    </a:lnR>
                    <a:lnB w="9525">
                      <a:solidFill>
                        <a:srgbClr val="E1E3EE"/>
                      </a:solidFill>
                      <a:prstDash val="solid"/>
                    </a:lnB>
                    <a:solidFill>
                      <a:srgbClr val="FFFFFF"/>
                    </a:solidFill>
                  </a:tcPr>
                </a:tc>
              </a:tr>
              <a:tr h="676275">
                <a:tc>
                  <a:txBody>
                    <a:bodyPr lIns="142875" tIns="142875" rIns="142875" bIns="142875"/>
                    <a:lstStyle/>
                    <a:p>
                      <a:r>
                        <a:rPr sz="1875" b="1">
                          <a:solidFill>
                            <a:srgbClr val="111738"/>
                          </a:solidFill>
                          <a:latin typeface="Avenir Next"/>
                          <a:ea typeface="Avenir Next"/>
                          <a:cs typeface="Avenir Next"/>
                        </a:rPr>
                        <a:t>Organisateur</a:t>
                      </a:r>
                    </a:p>
                  </a:txBody>
                  <a:tcPr marL="91440" marR="91440" marT="45720" marB="45720" anchor="ctr">
                    <a:lnL w="9525">
                      <a:solidFill>
                        <a:srgbClr val="E1E3EE"/>
                      </a:solidFill>
                      <a:prstDash val="solid"/>
                    </a:lnL>
                    <a:lnR w="9525">
                      <a:solidFill>
                        <a:srgbClr val="E1E3EE"/>
                      </a:solidFill>
                      <a:prstDash val="solid"/>
                    </a:lnR>
                    <a:lnB w="9525">
                      <a:solidFill>
                        <a:srgbClr val="E1E3EE"/>
                      </a:solidFill>
                      <a:prstDash val="solid"/>
                    </a:lnB>
                    <a:solidFill>
                      <a:srgbClr val="F4F5FA"/>
                    </a:solidFill>
                  </a:tcPr>
                </a:tc>
                <a:tc>
                  <a:txBody>
                    <a:bodyPr lIns="142875" tIns="142875" rIns="142875" bIns="142875"/>
                    <a:lstStyle/>
                    <a:p>
                      <a:r>
                        <a:rPr sz="1875" b="0">
                          <a:solidFill>
                            <a:srgbClr val="111738"/>
                          </a:solidFill>
                          <a:latin typeface="Avenir Next"/>
                          <a:ea typeface="Avenir Next"/>
                          <a:cs typeface="Avenir Next"/>
                        </a:rPr>
                        <a:t>Créer et modifier un événement,</a:t>
                      </a:r>
                    </a:p>
                    <a:p>
                      <a:r>
                        <a:rPr sz="1875" b="0">
                          <a:solidFill>
                            <a:srgbClr val="111738"/>
                          </a:solidFill>
                          <a:latin typeface="Avenir Next"/>
                          <a:ea typeface="Avenir Next"/>
                          <a:cs typeface="Avenir Next"/>
                        </a:rPr>
                        <a:t>consulter les inscrits</a:t>
                      </a:r>
                    </a:p>
                  </a:txBody>
                  <a:tcPr marL="91440" marR="91440" marT="45720" marB="45720" anchor="ctr">
                    <a:lnR w="9525">
                      <a:solidFill>
                        <a:srgbClr val="E1E3EE"/>
                      </a:solidFill>
                      <a:prstDash val="solid"/>
                    </a:lnR>
                    <a:lnB w="9525">
                      <a:solidFill>
                        <a:srgbClr val="E1E3EE"/>
                      </a:solidFill>
                      <a:prstDash val="solid"/>
                    </a:lnB>
                    <a:solidFill>
                      <a:srgbClr val="F4F5FA"/>
                    </a:solidFill>
                  </a:tcPr>
                </a:tc>
                <a:tc>
                  <a:txBody>
                    <a:bodyPr lIns="142875" tIns="142875" rIns="142875" bIns="142875"/>
                    <a:lstStyle/>
                    <a:p>
                      <a:r>
                        <a:rPr sz="1875" b="0">
                          <a:solidFill>
                            <a:srgbClr val="111738"/>
                          </a:solidFill>
                          <a:latin typeface="Avenir Next"/>
                          <a:ea typeface="Avenir Next"/>
                          <a:cs typeface="Avenir Next"/>
                        </a:rPr>
                        <a:t>Ses propres événements</a:t>
                      </a:r>
                    </a:p>
                  </a:txBody>
                  <a:tcPr marL="91440" marR="91440" marT="45720" marB="45720" anchor="ctr">
                    <a:lnR w="9525">
                      <a:solidFill>
                        <a:srgbClr val="E1E3EE"/>
                      </a:solidFill>
                      <a:prstDash val="solid"/>
                    </a:lnR>
                    <a:lnB w="9525">
                      <a:solidFill>
                        <a:srgbClr val="E1E3EE"/>
                      </a:solidFill>
                      <a:prstDash val="solid"/>
                    </a:lnB>
                    <a:solidFill>
                      <a:srgbClr val="F4F5FA"/>
                    </a:solidFill>
                  </a:tcPr>
                </a:tc>
              </a:tr>
              <a:tr h="676275">
                <a:tc>
                  <a:txBody>
                    <a:bodyPr lIns="142875" tIns="142875" rIns="142875" bIns="142875"/>
                    <a:lstStyle/>
                    <a:p>
                      <a:r>
                        <a:rPr sz="1875" b="1">
                          <a:solidFill>
                            <a:srgbClr val="111738"/>
                          </a:solidFill>
                          <a:latin typeface="Avenir Next"/>
                          <a:ea typeface="Avenir Next"/>
                          <a:cs typeface="Avenir Next"/>
                        </a:rPr>
                        <a:t>Administrateur</a:t>
                      </a:r>
                    </a:p>
                  </a:txBody>
                  <a:tcPr marL="91440" marR="91440" marT="45720" marB="45720" anchor="ctr">
                    <a:lnL w="9525">
                      <a:solidFill>
                        <a:srgbClr val="E1E3EE"/>
                      </a:solidFill>
                      <a:prstDash val="solid"/>
                    </a:lnL>
                    <a:lnR w="9525">
                      <a:solidFill>
                        <a:srgbClr val="E1E3EE"/>
                      </a:solidFill>
                      <a:prstDash val="solid"/>
                    </a:lnR>
                    <a:lnB w="9525">
                      <a:solidFill>
                        <a:srgbClr val="E1E3EE"/>
                      </a:solidFill>
                      <a:prstDash val="solid"/>
                    </a:lnB>
                    <a:solidFill>
                      <a:srgbClr val="FFFFFF"/>
                    </a:solidFill>
                  </a:tcPr>
                </a:tc>
                <a:tc>
                  <a:txBody>
                    <a:bodyPr lIns="142875" tIns="142875" rIns="142875" bIns="142875"/>
                    <a:lstStyle/>
                    <a:p>
                      <a:r>
                        <a:rPr sz="1875" b="0">
                          <a:solidFill>
                            <a:srgbClr val="111738"/>
                          </a:solidFill>
                          <a:latin typeface="Avenir Next"/>
                          <a:ea typeface="Avenir Next"/>
                          <a:cs typeface="Avenir Next"/>
                        </a:rPr>
                        <a:t>Comptes et droits, FAQ,</a:t>
                      </a:r>
                    </a:p>
                    <a:p>
                      <a:r>
                        <a:rPr sz="1875" b="0">
                          <a:solidFill>
                            <a:srgbClr val="111738"/>
                          </a:solidFill>
                          <a:latin typeface="Avenir Next"/>
                          <a:ea typeface="Avenir Next"/>
                          <a:cs typeface="Avenir Next"/>
                        </a:rPr>
                        <a:t>pages légales et contexte IA</a:t>
                      </a:r>
                    </a:p>
                  </a:txBody>
                  <a:tcPr marL="91440" marR="91440" marT="45720" marB="45720" anchor="ctr">
                    <a:lnR w="9525">
                      <a:solidFill>
                        <a:srgbClr val="E1E3EE"/>
                      </a:solidFill>
                      <a:prstDash val="solid"/>
                    </a:lnR>
                    <a:lnB w="9525">
                      <a:solidFill>
                        <a:srgbClr val="E1E3EE"/>
                      </a:solidFill>
                      <a:prstDash val="solid"/>
                    </a:lnB>
                    <a:solidFill>
                      <a:srgbClr val="FFFFFF"/>
                    </a:solidFill>
                  </a:tcPr>
                </a:tc>
                <a:tc>
                  <a:txBody>
                    <a:bodyPr lIns="142875" tIns="142875" rIns="142875" bIns="142875"/>
                    <a:lstStyle/>
                    <a:p>
                      <a:r>
                        <a:rPr sz="1875" b="0">
                          <a:solidFill>
                            <a:srgbClr val="111738"/>
                          </a:solidFill>
                          <a:latin typeface="Avenir Next"/>
                          <a:ea typeface="Avenir Next"/>
                          <a:cs typeface="Avenir Next"/>
                        </a:rPr>
                        <a:t>Administration habilitée</a:t>
                      </a:r>
                    </a:p>
                  </a:txBody>
                  <a:tcPr marL="91440" marR="91440" marT="45720" marB="45720" anchor="ctr">
                    <a:lnR w="9525">
                      <a:solidFill>
                        <a:srgbClr val="E1E3EE"/>
                      </a:solidFill>
                      <a:prstDash val="solid"/>
                    </a:lnR>
                    <a:lnB w="9525">
                      <a:solidFill>
                        <a:srgbClr val="E1E3EE"/>
                      </a:solidFill>
                      <a:prstDash val="solid"/>
                    </a:lnB>
                    <a:solidFill>
                      <a:srgbClr val="FFFFFF"/>
                    </a:solidFill>
                  </a:tcPr>
                </a:tc>
              </a:tr>
            </a:tbl>
          </a:graphicData>
        </a:graphic>
      </p:graphicFrame>
      <p:sp>
        <p:nvSpPr>
          <p:cNvPr id="6" name="Proposition : un organisateur conserve aus">
            <a:extLst xmlns:a="http://schemas.openxmlformats.org/drawingml/2006/main">
              <a:ext uri="{FF2B5EF4-FFF2-40B4-BE49-F238E27FC236}">
                <a16:creationId xmlns:a16="http://schemas.microsoft.com/office/drawing/2014/main" id="{49E69683-9AF7-4B3A-ABD9-4260DFBCD818}"/>
              </a:ext>
            </a:extLst>
          </p:cNvPr>
          <p:cNvSpPr>
            <a:spLocks xmlns:a="http://schemas.openxmlformats.org/drawingml/2006/main" noGrp="1"/>
          </p:cNvSpPr>
          <p:nvPr/>
        </p:nvSpPr>
        <p:spPr>
          <a:xfrm xmlns:a="http://schemas.openxmlformats.org/drawingml/2006/main">
            <a:off x="714375" y="574357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0">
                <a:solidFill>
                  <a:srgbClr val="454A66"/>
                </a:solidFill>
                <a:latin typeface="Avenir Next"/>
                <a:ea typeface="Avenir Next"/>
                <a:cs typeface="Avenir Next"/>
              </a:defRPr>
            </a:defPPr>
            <a:lvl1pPr algn="l">
              <a:defRPr sz="1425" b="0">
                <a:solidFill>
                  <a:srgbClr val="454A66"/>
                </a:solidFill>
                <a:latin typeface="Avenir Next"/>
                <a:ea typeface="Avenir Next"/>
                <a:cs typeface="Avenir Next"/>
              </a:defRPr>
            </a:lvl1pPr>
            <a:lvl2pPr algn="l">
              <a:defRPr sz="1425" b="0">
                <a:solidFill>
                  <a:srgbClr val="454A66"/>
                </a:solidFill>
                <a:latin typeface="Avenir Next"/>
                <a:ea typeface="Avenir Next"/>
                <a:cs typeface="Avenir Next"/>
              </a:defRPr>
            </a:lvl2pPr>
            <a:lvl3pPr algn="l">
              <a:defRPr sz="1425" b="0">
                <a:solidFill>
                  <a:srgbClr val="454A66"/>
                </a:solidFill>
                <a:latin typeface="Avenir Next"/>
                <a:ea typeface="Avenir Next"/>
                <a:cs typeface="Avenir Next"/>
              </a:defRPr>
            </a:lvl3pPr>
            <a:lvl4pPr algn="l">
              <a:defRPr sz="1425" b="0">
                <a:solidFill>
                  <a:srgbClr val="454A66"/>
                </a:solidFill>
                <a:latin typeface="Avenir Next"/>
                <a:ea typeface="Avenir Next"/>
                <a:cs typeface="Avenir Next"/>
              </a:defRPr>
            </a:lvl4pPr>
            <a:lvl5pPr algn="l">
              <a:defRPr sz="1425" b="0">
                <a:solidFill>
                  <a:srgbClr val="454A66"/>
                </a:solidFill>
                <a:latin typeface="Avenir Next"/>
                <a:ea typeface="Avenir Next"/>
                <a:cs typeface="Avenir Next"/>
              </a:defRPr>
            </a:lvl5pPr>
            <a:lvl6pPr algn="l">
              <a:defRPr sz="1425" b="0">
                <a:solidFill>
                  <a:srgbClr val="454A66"/>
                </a:solidFill>
                <a:latin typeface="Avenir Next"/>
                <a:ea typeface="Avenir Next"/>
                <a:cs typeface="Avenir Next"/>
              </a:defRPr>
            </a:lvl6pPr>
            <a:lvl7pPr algn="l">
              <a:defRPr sz="1425" b="0">
                <a:solidFill>
                  <a:srgbClr val="454A66"/>
                </a:solidFill>
                <a:latin typeface="Avenir Next"/>
                <a:ea typeface="Avenir Next"/>
                <a:cs typeface="Avenir Next"/>
              </a:defRPr>
            </a:lvl7pPr>
            <a:lvl8pPr algn="l">
              <a:defRPr sz="1425" b="0">
                <a:solidFill>
                  <a:srgbClr val="454A66"/>
                </a:solidFill>
                <a:latin typeface="Avenir Next"/>
                <a:ea typeface="Avenir Next"/>
                <a:cs typeface="Avenir Next"/>
              </a:defRPr>
            </a:lvl8pPr>
            <a:lvl9pPr algn="l">
              <a:defRPr sz="1425" b="0">
                <a:solidFill>
                  <a:srgbClr val="454A66"/>
                </a:solidFill>
                <a:latin typeface="Avenir Next"/>
                <a:ea typeface="Avenir Next"/>
                <a:cs typeface="Avenir Next"/>
              </a:defRPr>
            </a:lvl9pPr>
          </a:lstStyle>
          <a:p xmlns:a="http://schemas.openxmlformats.org/drawingml/2006/main">
            <a:pPr algn="l">
              <a:defRPr sz="1425" b="0">
                <a:solidFill>
                  <a:srgbClr val="454A66"/>
                </a:solidFill>
                <a:latin typeface="Avenir Next"/>
                <a:ea typeface="Avenir Next"/>
                <a:cs typeface="Avenir Next"/>
              </a:defRPr>
            </a:pPr>
            <a:r>
              <a:rPr sz="1425" b="0">
                <a:solidFill>
                  <a:srgbClr val="454A66"/>
                </a:solidFill>
                <a:latin typeface="Avenir Next"/>
                <a:ea typeface="Avenir Next"/>
                <a:cs typeface="Avenir Next"/>
              </a:rPr>
              <a:t>Proposition : un organisateur conserve aussi les droits d’un participant</a:t>
            </a:r>
          </a:p>
        </p:txBody>
      </p:sp>
    </p:spTree>
    <p:extLst>
      <p:ext uri="{BB962C8B-B14F-4D97-AF65-F5344CB8AC3E}">
        <p14:creationId xmlns:p14="http://schemas.microsoft.com/office/powerpoint/2010/main" val="175698793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0" name="">
            <a:extLst xmlns:a="http://schemas.openxmlformats.org/drawingml/2006/main">
              <a:ext uri="{FF2B5EF4-FFF2-40B4-BE49-F238E27FC236}">
                <a16:creationId xmlns:a16="http://schemas.microsoft.com/office/drawing/2014/main" id="{7D439627-72E3-4A29-B775-E1DD577FC41D}"/>
              </a:ext>
            </a:extLst>
          </p:cNvPr>
          <p:cNvCxnSpPr>
            <a:stCxn xmlns:a="http://schemas.openxmlformats.org/drawingml/2006/main" id="11" idx="3"/>
            <a:endCxn xmlns:a="http://schemas.openxmlformats.org/drawingml/2006/main" id="19" idx="1"/>
          </p:cNvCxnSpPr>
          <p:nvPr/>
        </p:nvCxnSpPr>
        <p:spPr>
          <a:xfrm xmlns:a="http://schemas.openxmlformats.org/drawingml/2006/main">
            <a:off x="9144000" y="5086350"/>
            <a:ext cx="857250" cy="0"/>
          </a:xfrm>
          <a:prstGeom xmlns:a="http://schemas.openxmlformats.org/drawingml/2006/main" prst="straightConnector1">
            <a:avLst/>
          </a:prstGeom>
          <a:ln xmlns:a="http://schemas.openxmlformats.org/drawingml/2006/main" w="19050">
            <a:solidFill>
              <a:srgbClr val="8B62F4"/>
            </a:solidFill>
            <a:prstDash val="solid"/>
            <a:tailEnd type="triangle" w="sm" len="sm"/>
          </a:ln>
        </p:spPr>
      </p:cxnSp>
      <p:cxnSp>
        <p:nvCxnSpPr>
          <p:cNvPr id="18" name="">
            <a:extLst xmlns:a="http://schemas.openxmlformats.org/drawingml/2006/main">
              <a:ext uri="{FF2B5EF4-FFF2-40B4-BE49-F238E27FC236}">
                <a16:creationId xmlns:a16="http://schemas.microsoft.com/office/drawing/2014/main" id="{27F2F348-A73F-4DD6-B49E-C70E41C4D13A}"/>
              </a:ext>
            </a:extLst>
          </p:cNvPr>
          <p:cNvCxnSpPr>
            <a:stCxn xmlns:a="http://schemas.openxmlformats.org/drawingml/2006/main" id="15" idx="1"/>
            <a:endCxn xmlns:a="http://schemas.openxmlformats.org/drawingml/2006/main" id="16" idx="3"/>
          </p:cNvCxnSpPr>
          <p:nvPr/>
        </p:nvCxnSpPr>
        <p:spPr>
          <a:xfrm xmlns:a="http://schemas.openxmlformats.org/drawingml/2006/main" flipH="1">
            <a:off x="2952750" y="5086350"/>
            <a:ext cx="857250" cy="0"/>
          </a:xfrm>
          <a:prstGeom xmlns:a="http://schemas.openxmlformats.org/drawingml/2006/main" prst="straightConnector1">
            <a:avLst/>
          </a:prstGeom>
          <a:ln xmlns:a="http://schemas.openxmlformats.org/drawingml/2006/main" w="19050">
            <a:solidFill>
              <a:srgbClr val="8B62F4"/>
            </a:solidFill>
            <a:prstDash val="solid"/>
            <a:tailEnd type="triangle" w="sm" len="sm"/>
          </a:ln>
        </p:spPr>
      </p:cxnSp>
      <p:cxnSp>
        <p:nvCxnSpPr>
          <p:cNvPr id="17" name="">
            <a:extLst xmlns:a="http://schemas.openxmlformats.org/drawingml/2006/main">
              <a:ext uri="{FF2B5EF4-FFF2-40B4-BE49-F238E27FC236}">
                <a16:creationId xmlns:a16="http://schemas.microsoft.com/office/drawing/2014/main" id="{9B49CEDA-7111-4731-AAD4-80A4CC21938E}"/>
              </a:ext>
            </a:extLst>
          </p:cNvPr>
          <p:cNvCxnSpPr>
            <a:stCxn xmlns:a="http://schemas.openxmlformats.org/drawingml/2006/main" id="10" idx="1"/>
            <a:endCxn xmlns:a="http://schemas.openxmlformats.org/drawingml/2006/main" id="15" idx="0"/>
          </p:cNvCxnSpPr>
          <p:nvPr/>
        </p:nvCxnSpPr>
        <p:spPr>
          <a:xfrm xmlns:a="http://schemas.openxmlformats.org/drawingml/2006/main" flipH="1">
            <a:off x="4929188" y="3705225"/>
            <a:ext cx="1976438" cy="1047750"/>
          </a:xfrm>
          <a:prstGeom xmlns:a="http://schemas.openxmlformats.org/drawingml/2006/main" prst="straightConnector1">
            <a:avLst/>
          </a:prstGeom>
          <a:ln xmlns:a="http://schemas.openxmlformats.org/drawingml/2006/main" w="19050">
            <a:solidFill>
              <a:srgbClr val="8B62F4"/>
            </a:solidFill>
            <a:prstDash val="solid"/>
            <a:tailEnd type="triangle" w="sm" len="sm"/>
          </a:ln>
        </p:spPr>
      </p:cxnSp>
      <p:cxnSp>
        <p:nvCxnSpPr>
          <p:cNvPr id="13" name="">
            <a:extLst xmlns:a="http://schemas.openxmlformats.org/drawingml/2006/main">
              <a:ext uri="{FF2B5EF4-FFF2-40B4-BE49-F238E27FC236}">
                <a16:creationId xmlns:a16="http://schemas.microsoft.com/office/drawing/2014/main" id="{0725C3A3-5940-4B61-AC31-A49F3A92ED87}"/>
              </a:ext>
            </a:extLst>
          </p:cNvPr>
          <p:cNvCxnSpPr>
            <a:stCxn xmlns:a="http://schemas.openxmlformats.org/drawingml/2006/main" id="10" idx="2"/>
            <a:endCxn xmlns:a="http://schemas.openxmlformats.org/drawingml/2006/main" id="11" idx="0"/>
          </p:cNvCxnSpPr>
          <p:nvPr/>
        </p:nvCxnSpPr>
        <p:spPr>
          <a:xfrm xmlns:a="http://schemas.openxmlformats.org/drawingml/2006/main">
            <a:off x="8024813" y="4086225"/>
            <a:ext cx="0" cy="666750"/>
          </a:xfrm>
          <a:prstGeom xmlns:a="http://schemas.openxmlformats.org/drawingml/2006/main" prst="straightConnector1">
            <a:avLst/>
          </a:prstGeom>
          <a:ln xmlns:a="http://schemas.openxmlformats.org/drawingml/2006/main" w="19050">
            <a:solidFill>
              <a:srgbClr val="8B62F4"/>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F6F6A174-3280-4E8F-9C18-C92D446D8C41}"/>
              </a:ext>
            </a:extLst>
          </p:cNvPr>
          <p:cNvCxnSpPr>
            <a:stCxn xmlns:a="http://schemas.openxmlformats.org/drawingml/2006/main" id="7" idx="2"/>
            <a:endCxn xmlns:a="http://schemas.openxmlformats.org/drawingml/2006/main" id="10" idx="0"/>
          </p:cNvCxnSpPr>
          <p:nvPr/>
        </p:nvCxnSpPr>
        <p:spPr>
          <a:xfrm xmlns:a="http://schemas.openxmlformats.org/drawingml/2006/main">
            <a:off x="8024813" y="2647950"/>
            <a:ext cx="0" cy="676275"/>
          </a:xfrm>
          <a:prstGeom xmlns:a="http://schemas.openxmlformats.org/drawingml/2006/main" prst="straightConnector1">
            <a:avLst/>
          </a:prstGeom>
          <a:ln xmlns:a="http://schemas.openxmlformats.org/drawingml/2006/main" w="19050">
            <a:solidFill>
              <a:srgbClr val="2066FA"/>
            </a:solidFill>
            <a:prstDash val="solid"/>
            <a:tailEnd type="triangle" w="sm" len="sm"/>
          </a:ln>
        </p:spPr>
      </p:cxnSp>
      <p:cxnSp>
        <p:nvCxnSpPr>
          <p:cNvPr id="9" name="">
            <a:extLst xmlns:a="http://schemas.openxmlformats.org/drawingml/2006/main">
              <a:ext uri="{FF2B5EF4-FFF2-40B4-BE49-F238E27FC236}">
                <a16:creationId xmlns:a16="http://schemas.microsoft.com/office/drawing/2014/main" id="{2F021D37-33DC-4A83-9D16-3F62B6B9BB0F}"/>
              </a:ext>
            </a:extLst>
          </p:cNvPr>
          <p:cNvCxnSpPr>
            <a:stCxn xmlns:a="http://schemas.openxmlformats.org/drawingml/2006/main" id="6" idx="3"/>
            <a:endCxn xmlns:a="http://schemas.openxmlformats.org/drawingml/2006/main" id="7" idx="1"/>
          </p:cNvCxnSpPr>
          <p:nvPr/>
        </p:nvCxnSpPr>
        <p:spPr>
          <a:xfrm xmlns:a="http://schemas.openxmlformats.org/drawingml/2006/main">
            <a:off x="6048375" y="2314575"/>
            <a:ext cx="857250" cy="0"/>
          </a:xfrm>
          <a:prstGeom xmlns:a="http://schemas.openxmlformats.org/drawingml/2006/main" prst="straightConnector1">
            <a:avLst/>
          </a:prstGeom>
          <a:ln xmlns:a="http://schemas.openxmlformats.org/drawingml/2006/main" w="19050">
            <a:solidFill>
              <a:srgbClr val="2066FA"/>
            </a:solidFill>
            <a:prstDash val="solid"/>
            <a:tailEnd type="triangle" w="sm" len="sm"/>
          </a:ln>
        </p:spPr>
      </p:cxnSp>
      <p:cxnSp>
        <p:nvCxnSpPr>
          <p:cNvPr id="8" name="">
            <a:extLst xmlns:a="http://schemas.openxmlformats.org/drawingml/2006/main">
              <a:ext uri="{FF2B5EF4-FFF2-40B4-BE49-F238E27FC236}">
                <a16:creationId xmlns:a16="http://schemas.microsoft.com/office/drawing/2014/main" id="{D0B0FB14-F825-44E6-8C65-8D8B7C28E6AE}"/>
              </a:ext>
            </a:extLst>
          </p:cNvPr>
          <p:cNvCxnSpPr>
            <a:stCxn xmlns:a="http://schemas.openxmlformats.org/drawingml/2006/main" id="5" idx="3"/>
            <a:endCxn xmlns:a="http://schemas.openxmlformats.org/drawingml/2006/main" id="6" idx="1"/>
          </p:cNvCxnSpPr>
          <p:nvPr/>
        </p:nvCxnSpPr>
        <p:spPr>
          <a:xfrm xmlns:a="http://schemas.openxmlformats.org/drawingml/2006/main">
            <a:off x="2952750" y="2314575"/>
            <a:ext cx="857250" cy="0"/>
          </a:xfrm>
          <a:prstGeom xmlns:a="http://schemas.openxmlformats.org/drawingml/2006/main" prst="straightConnector1">
            <a:avLst/>
          </a:prstGeom>
          <a:ln xmlns:a="http://schemas.openxmlformats.org/drawingml/2006/main" w="19050">
            <a:solidFill>
              <a:srgbClr val="2066FA"/>
            </a:solidFill>
            <a:prstDash val="solid"/>
            <a:tailEnd type="triangle" w="sm" len="sm"/>
          </a:ln>
        </p:spPr>
      </p:cxnSp>
      <p:sp>
        <p:nvSpPr>
          <p:cNvPr id="24" name="Navigation entre les pages">
            <a:extLst xmlns:a="http://schemas.openxmlformats.org/drawingml/2006/main">
              <a:ext uri="{FF2B5EF4-FFF2-40B4-BE49-F238E27FC236}">
                <a16:creationId xmlns:a16="http://schemas.microsoft.com/office/drawing/2014/main" id="{C137F41A-9FDF-490C-AA58-6F7775BEC47B}"/>
              </a:ext>
            </a:extLst>
          </p:cNvPr>
          <p:cNvSpPr>
            <a:spLocks xmlns:a="http://schemas.openxmlformats.org/drawingml/2006/main" noGrp="1"/>
          </p:cNvSpPr>
          <p:nvPr/>
        </p:nvSpPr>
        <p:spPr>
          <a:xfrm xmlns:a="http://schemas.openxmlformats.org/drawingml/2006/main">
            <a:off x="609600" y="42862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1738"/>
                </a:solidFill>
                <a:latin typeface="Avenir Next"/>
                <a:ea typeface="Avenir Next"/>
                <a:cs typeface="Avenir Next"/>
              </a:defRPr>
            </a:defPPr>
            <a:lvl1pPr algn="l">
              <a:defRPr sz="3300" b="1">
                <a:solidFill>
                  <a:srgbClr val="111738"/>
                </a:solidFill>
                <a:latin typeface="Avenir Next"/>
                <a:ea typeface="Avenir Next"/>
                <a:cs typeface="Avenir Next"/>
              </a:defRPr>
            </a:lvl1pPr>
            <a:lvl2pPr algn="l">
              <a:defRPr sz="3300" b="1">
                <a:solidFill>
                  <a:srgbClr val="111738"/>
                </a:solidFill>
                <a:latin typeface="Avenir Next"/>
                <a:ea typeface="Avenir Next"/>
                <a:cs typeface="Avenir Next"/>
              </a:defRPr>
            </a:lvl2pPr>
            <a:lvl3pPr algn="l">
              <a:defRPr sz="3300" b="1">
                <a:solidFill>
                  <a:srgbClr val="111738"/>
                </a:solidFill>
                <a:latin typeface="Avenir Next"/>
                <a:ea typeface="Avenir Next"/>
                <a:cs typeface="Avenir Next"/>
              </a:defRPr>
            </a:lvl3pPr>
            <a:lvl4pPr algn="l">
              <a:defRPr sz="3300" b="1">
                <a:solidFill>
                  <a:srgbClr val="111738"/>
                </a:solidFill>
                <a:latin typeface="Avenir Next"/>
                <a:ea typeface="Avenir Next"/>
                <a:cs typeface="Avenir Next"/>
              </a:defRPr>
            </a:lvl4pPr>
            <a:lvl5pPr algn="l">
              <a:defRPr sz="3300" b="1">
                <a:solidFill>
                  <a:srgbClr val="111738"/>
                </a:solidFill>
                <a:latin typeface="Avenir Next"/>
                <a:ea typeface="Avenir Next"/>
                <a:cs typeface="Avenir Next"/>
              </a:defRPr>
            </a:lvl5pPr>
            <a:lvl6pPr algn="l">
              <a:defRPr sz="3300" b="1">
                <a:solidFill>
                  <a:srgbClr val="111738"/>
                </a:solidFill>
                <a:latin typeface="Avenir Next"/>
                <a:ea typeface="Avenir Next"/>
                <a:cs typeface="Avenir Next"/>
              </a:defRPr>
            </a:lvl6pPr>
            <a:lvl7pPr algn="l">
              <a:defRPr sz="3300" b="1">
                <a:solidFill>
                  <a:srgbClr val="111738"/>
                </a:solidFill>
                <a:latin typeface="Avenir Next"/>
                <a:ea typeface="Avenir Next"/>
                <a:cs typeface="Avenir Next"/>
              </a:defRPr>
            </a:lvl7pPr>
            <a:lvl8pPr algn="l">
              <a:defRPr sz="3300" b="1">
                <a:solidFill>
                  <a:srgbClr val="111738"/>
                </a:solidFill>
                <a:latin typeface="Avenir Next"/>
                <a:ea typeface="Avenir Next"/>
                <a:cs typeface="Avenir Next"/>
              </a:defRPr>
            </a:lvl8pPr>
            <a:lvl9pPr algn="l">
              <a:defRPr sz="3300" b="1">
                <a:solidFill>
                  <a:srgbClr val="111738"/>
                </a:solidFill>
                <a:latin typeface="Avenir Next"/>
                <a:ea typeface="Avenir Next"/>
                <a:cs typeface="Avenir Next"/>
              </a:defRPr>
            </a:lvl9pPr>
          </a:lstStyle>
          <a:p xmlns:a="http://schemas.openxmlformats.org/drawingml/2006/main">
            <a:pPr algn="l">
              <a:defRPr sz="3300" b="1">
                <a:solidFill>
                  <a:srgbClr val="111738"/>
                </a:solidFill>
                <a:latin typeface="Avenir Next"/>
                <a:ea typeface="Avenir Next"/>
                <a:cs typeface="Avenir Next"/>
              </a:defRPr>
            </a:pPr>
            <a:r>
              <a:rPr sz="3300" b="1">
                <a:solidFill>
                  <a:srgbClr val="111738"/>
                </a:solidFill>
                <a:latin typeface="Avenir Next"/>
                <a:ea typeface="Avenir Next"/>
                <a:cs typeface="Avenir Next"/>
              </a:rPr>
              <a:t>Navigation entre les pages</a:t>
            </a:r>
          </a:p>
        </p:txBody>
      </p:sp>
      <p:sp>
        <p:nvSpPr>
          <p:cNvPr id="2" name="Parcours cible proposé à partir des liens ">
            <a:extLst xmlns:a="http://schemas.openxmlformats.org/drawingml/2006/main">
              <a:ext uri="{FF2B5EF4-FFF2-40B4-BE49-F238E27FC236}">
                <a16:creationId xmlns:a16="http://schemas.microsoft.com/office/drawing/2014/main" id="{4169FB79-D4BF-4B9A-B1C4-C00C6AD49AC7}"/>
              </a:ext>
            </a:extLst>
          </p:cNvPr>
          <p:cNvSpPr>
            <a:spLocks xmlns:a="http://schemas.openxmlformats.org/drawingml/2006/main" noGrp="1"/>
          </p:cNvSpPr>
          <p:nvPr/>
        </p:nvSpPr>
        <p:spPr>
          <a:xfrm xmlns:a="http://schemas.openxmlformats.org/drawingml/2006/main">
            <a:off x="609600" y="1190625"/>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454A66"/>
                </a:solidFill>
                <a:latin typeface="Avenir Next"/>
                <a:ea typeface="Avenir Next"/>
                <a:cs typeface="Avenir Next"/>
              </a:defRPr>
            </a:defPPr>
            <a:lvl1pPr algn="l">
              <a:defRPr sz="1725" b="0">
                <a:solidFill>
                  <a:srgbClr val="454A66"/>
                </a:solidFill>
                <a:latin typeface="Avenir Next"/>
                <a:ea typeface="Avenir Next"/>
                <a:cs typeface="Avenir Next"/>
              </a:defRPr>
            </a:lvl1pPr>
            <a:lvl2pPr algn="l">
              <a:defRPr sz="1725" b="0">
                <a:solidFill>
                  <a:srgbClr val="454A66"/>
                </a:solidFill>
                <a:latin typeface="Avenir Next"/>
                <a:ea typeface="Avenir Next"/>
                <a:cs typeface="Avenir Next"/>
              </a:defRPr>
            </a:lvl2pPr>
            <a:lvl3pPr algn="l">
              <a:defRPr sz="1725" b="0">
                <a:solidFill>
                  <a:srgbClr val="454A66"/>
                </a:solidFill>
                <a:latin typeface="Avenir Next"/>
                <a:ea typeface="Avenir Next"/>
                <a:cs typeface="Avenir Next"/>
              </a:defRPr>
            </a:lvl3pPr>
            <a:lvl4pPr algn="l">
              <a:defRPr sz="1725" b="0">
                <a:solidFill>
                  <a:srgbClr val="454A66"/>
                </a:solidFill>
                <a:latin typeface="Avenir Next"/>
                <a:ea typeface="Avenir Next"/>
                <a:cs typeface="Avenir Next"/>
              </a:defRPr>
            </a:lvl4pPr>
            <a:lvl5pPr algn="l">
              <a:defRPr sz="1725" b="0">
                <a:solidFill>
                  <a:srgbClr val="454A66"/>
                </a:solidFill>
                <a:latin typeface="Avenir Next"/>
                <a:ea typeface="Avenir Next"/>
                <a:cs typeface="Avenir Next"/>
              </a:defRPr>
            </a:lvl5pPr>
            <a:lvl6pPr algn="l">
              <a:defRPr sz="1725" b="0">
                <a:solidFill>
                  <a:srgbClr val="454A66"/>
                </a:solidFill>
                <a:latin typeface="Avenir Next"/>
                <a:ea typeface="Avenir Next"/>
                <a:cs typeface="Avenir Next"/>
              </a:defRPr>
            </a:lvl6pPr>
            <a:lvl7pPr algn="l">
              <a:defRPr sz="1725" b="0">
                <a:solidFill>
                  <a:srgbClr val="454A66"/>
                </a:solidFill>
                <a:latin typeface="Avenir Next"/>
                <a:ea typeface="Avenir Next"/>
                <a:cs typeface="Avenir Next"/>
              </a:defRPr>
            </a:lvl7pPr>
            <a:lvl8pPr algn="l">
              <a:defRPr sz="1725" b="0">
                <a:solidFill>
                  <a:srgbClr val="454A66"/>
                </a:solidFill>
                <a:latin typeface="Avenir Next"/>
                <a:ea typeface="Avenir Next"/>
                <a:cs typeface="Avenir Next"/>
              </a:defRPr>
            </a:lvl8pPr>
            <a:lvl9pPr algn="l">
              <a:defRPr sz="1725" b="0">
                <a:solidFill>
                  <a:srgbClr val="454A66"/>
                </a:solidFill>
                <a:latin typeface="Avenir Next"/>
                <a:ea typeface="Avenir Next"/>
                <a:cs typeface="Avenir Next"/>
              </a:defRPr>
            </a:lvl9pPr>
          </a:lstStyle>
          <a:p xmlns:a="http://schemas.openxmlformats.org/drawingml/2006/main">
            <a:pPr algn="l">
              <a:defRPr sz="1725" b="0">
                <a:solidFill>
                  <a:srgbClr val="454A66"/>
                </a:solidFill>
                <a:latin typeface="Avenir Next"/>
                <a:ea typeface="Avenir Next"/>
                <a:cs typeface="Avenir Next"/>
              </a:defRPr>
            </a:pPr>
            <a:r>
              <a:rPr sz="1725" b="0">
                <a:solidFill>
                  <a:srgbClr val="454A66"/>
                </a:solidFill>
                <a:latin typeface="Avenir Next"/>
                <a:ea typeface="Avenir Next"/>
                <a:cs typeface="Avenir Next"/>
              </a:rPr>
              <a:t>Parcours cible proposé à partir des liens présents dans le dépôt</a:t>
            </a:r>
          </a:p>
        </p:txBody>
      </p:sp>
      <p:sp>
        <p:nvSpPr>
          <p:cNvPr id="3" name="G1D Lab  /  APP ISEP">
            <a:extLst xmlns:a="http://schemas.openxmlformats.org/drawingml/2006/main">
              <a:ext uri="{FF2B5EF4-FFF2-40B4-BE49-F238E27FC236}">
                <a16:creationId xmlns:a16="http://schemas.microsoft.com/office/drawing/2014/main" id="{B2D37953-3918-4DAD-B393-1F9EF2F029C3}"/>
              </a:ext>
            </a:extLst>
          </p:cNvPr>
          <p:cNvSpPr>
            <a:spLocks xmlns:a="http://schemas.openxmlformats.org/drawingml/2006/main" noGrp="1"/>
          </p:cNvSpPr>
          <p:nvPr/>
        </p:nvSpPr>
        <p:spPr>
          <a:xfrm xmlns:a="http://schemas.openxmlformats.org/drawingml/2006/main">
            <a:off x="609600" y="6448425"/>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454A66"/>
                </a:solidFill>
                <a:latin typeface="Avenir Next"/>
                <a:ea typeface="Avenir Next"/>
                <a:cs typeface="Avenir Next"/>
              </a:defRPr>
            </a:defPPr>
            <a:lvl1pPr algn="l">
              <a:defRPr sz="1125" b="0">
                <a:solidFill>
                  <a:srgbClr val="454A66"/>
                </a:solidFill>
                <a:latin typeface="Avenir Next"/>
                <a:ea typeface="Avenir Next"/>
                <a:cs typeface="Avenir Next"/>
              </a:defRPr>
            </a:lvl1pPr>
            <a:lvl2pPr algn="l">
              <a:defRPr sz="1125" b="0">
                <a:solidFill>
                  <a:srgbClr val="454A66"/>
                </a:solidFill>
                <a:latin typeface="Avenir Next"/>
                <a:ea typeface="Avenir Next"/>
                <a:cs typeface="Avenir Next"/>
              </a:defRPr>
            </a:lvl2pPr>
            <a:lvl3pPr algn="l">
              <a:defRPr sz="1125" b="0">
                <a:solidFill>
                  <a:srgbClr val="454A66"/>
                </a:solidFill>
                <a:latin typeface="Avenir Next"/>
                <a:ea typeface="Avenir Next"/>
                <a:cs typeface="Avenir Next"/>
              </a:defRPr>
            </a:lvl3pPr>
            <a:lvl4pPr algn="l">
              <a:defRPr sz="1125" b="0">
                <a:solidFill>
                  <a:srgbClr val="454A66"/>
                </a:solidFill>
                <a:latin typeface="Avenir Next"/>
                <a:ea typeface="Avenir Next"/>
                <a:cs typeface="Avenir Next"/>
              </a:defRPr>
            </a:lvl4pPr>
            <a:lvl5pPr algn="l">
              <a:defRPr sz="1125" b="0">
                <a:solidFill>
                  <a:srgbClr val="454A66"/>
                </a:solidFill>
                <a:latin typeface="Avenir Next"/>
                <a:ea typeface="Avenir Next"/>
                <a:cs typeface="Avenir Next"/>
              </a:defRPr>
            </a:lvl5pPr>
            <a:lvl6pPr algn="l">
              <a:defRPr sz="1125" b="0">
                <a:solidFill>
                  <a:srgbClr val="454A66"/>
                </a:solidFill>
                <a:latin typeface="Avenir Next"/>
                <a:ea typeface="Avenir Next"/>
                <a:cs typeface="Avenir Next"/>
              </a:defRPr>
            </a:lvl6pPr>
            <a:lvl7pPr algn="l">
              <a:defRPr sz="1125" b="0">
                <a:solidFill>
                  <a:srgbClr val="454A66"/>
                </a:solidFill>
                <a:latin typeface="Avenir Next"/>
                <a:ea typeface="Avenir Next"/>
                <a:cs typeface="Avenir Next"/>
              </a:defRPr>
            </a:lvl7pPr>
            <a:lvl8pPr algn="l">
              <a:defRPr sz="1125" b="0">
                <a:solidFill>
                  <a:srgbClr val="454A66"/>
                </a:solidFill>
                <a:latin typeface="Avenir Next"/>
                <a:ea typeface="Avenir Next"/>
                <a:cs typeface="Avenir Next"/>
              </a:defRPr>
            </a:lvl8pPr>
            <a:lvl9pPr algn="l">
              <a:defRPr sz="1125" b="0">
                <a:solidFill>
                  <a:srgbClr val="454A66"/>
                </a:solidFill>
                <a:latin typeface="Avenir Next"/>
                <a:ea typeface="Avenir Next"/>
                <a:cs typeface="Avenir Next"/>
              </a:defRPr>
            </a:lvl9pPr>
          </a:lstStyle>
          <a:p xmlns:a="http://schemas.openxmlformats.org/drawingml/2006/main">
            <a:pPr algn="l">
              <a:defRPr sz="1125" b="0">
                <a:solidFill>
                  <a:srgbClr val="454A66"/>
                </a:solidFill>
                <a:latin typeface="Avenir Next"/>
                <a:ea typeface="Avenir Next"/>
                <a:cs typeface="Avenir Next"/>
              </a:defRPr>
            </a:pPr>
            <a:r>
              <a:rPr sz="1125" b="0">
                <a:solidFill>
                  <a:srgbClr val="454A66"/>
                </a:solidFill>
                <a:latin typeface="Avenir Next"/>
                <a:ea typeface="Avenir Next"/>
                <a:cs typeface="Avenir Next"/>
              </a:rPr>
              <a:t>G1D Lab  /  APP ISEP</a:t>
            </a:r>
          </a:p>
        </p:txBody>
      </p:sp>
      <p:sp>
        <p:nvSpPr>
          <p:cNvPr id="4" name="05">
            <a:extLst xmlns:a="http://schemas.openxmlformats.org/drawingml/2006/main">
              <a:ext uri="{FF2B5EF4-FFF2-40B4-BE49-F238E27FC236}">
                <a16:creationId xmlns:a16="http://schemas.microsoft.com/office/drawing/2014/main" id="{B621D6B1-462F-4F4E-9422-DCE0B4C2A027}"/>
              </a:ext>
            </a:extLst>
          </p:cNvPr>
          <p:cNvSpPr>
            <a:spLocks xmlns:a="http://schemas.openxmlformats.org/drawingml/2006/main" noGrp="1"/>
          </p:cNvSpPr>
          <p:nvPr/>
        </p:nvSpPr>
        <p:spPr>
          <a:xfrm xmlns:a="http://schemas.openxmlformats.org/drawingml/2006/main">
            <a:off x="10953750" y="641985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75" b="0">
                <a:solidFill>
                  <a:srgbClr val="454A66"/>
                </a:solidFill>
                <a:latin typeface="Avenir Next"/>
                <a:ea typeface="Avenir Next"/>
                <a:cs typeface="Avenir Next"/>
              </a:defRPr>
            </a:defPPr>
            <a:lvl1pPr algn="r">
              <a:defRPr sz="1275" b="0">
                <a:solidFill>
                  <a:srgbClr val="454A66"/>
                </a:solidFill>
                <a:latin typeface="Avenir Next"/>
                <a:ea typeface="Avenir Next"/>
                <a:cs typeface="Avenir Next"/>
              </a:defRPr>
            </a:lvl1pPr>
            <a:lvl2pPr algn="r">
              <a:defRPr sz="1275" b="0">
                <a:solidFill>
                  <a:srgbClr val="454A66"/>
                </a:solidFill>
                <a:latin typeface="Avenir Next"/>
                <a:ea typeface="Avenir Next"/>
                <a:cs typeface="Avenir Next"/>
              </a:defRPr>
            </a:lvl2pPr>
            <a:lvl3pPr algn="r">
              <a:defRPr sz="1275" b="0">
                <a:solidFill>
                  <a:srgbClr val="454A66"/>
                </a:solidFill>
                <a:latin typeface="Avenir Next"/>
                <a:ea typeface="Avenir Next"/>
                <a:cs typeface="Avenir Next"/>
              </a:defRPr>
            </a:lvl3pPr>
            <a:lvl4pPr algn="r">
              <a:defRPr sz="1275" b="0">
                <a:solidFill>
                  <a:srgbClr val="454A66"/>
                </a:solidFill>
                <a:latin typeface="Avenir Next"/>
                <a:ea typeface="Avenir Next"/>
                <a:cs typeface="Avenir Next"/>
              </a:defRPr>
            </a:lvl4pPr>
            <a:lvl5pPr algn="r">
              <a:defRPr sz="1275" b="0">
                <a:solidFill>
                  <a:srgbClr val="454A66"/>
                </a:solidFill>
                <a:latin typeface="Avenir Next"/>
                <a:ea typeface="Avenir Next"/>
                <a:cs typeface="Avenir Next"/>
              </a:defRPr>
            </a:lvl5pPr>
            <a:lvl6pPr algn="r">
              <a:defRPr sz="1275" b="0">
                <a:solidFill>
                  <a:srgbClr val="454A66"/>
                </a:solidFill>
                <a:latin typeface="Avenir Next"/>
                <a:ea typeface="Avenir Next"/>
                <a:cs typeface="Avenir Next"/>
              </a:defRPr>
            </a:lvl6pPr>
            <a:lvl7pPr algn="r">
              <a:defRPr sz="1275" b="0">
                <a:solidFill>
                  <a:srgbClr val="454A66"/>
                </a:solidFill>
                <a:latin typeface="Avenir Next"/>
                <a:ea typeface="Avenir Next"/>
                <a:cs typeface="Avenir Next"/>
              </a:defRPr>
            </a:lvl7pPr>
            <a:lvl8pPr algn="r">
              <a:defRPr sz="1275" b="0">
                <a:solidFill>
                  <a:srgbClr val="454A66"/>
                </a:solidFill>
                <a:latin typeface="Avenir Next"/>
                <a:ea typeface="Avenir Next"/>
                <a:cs typeface="Avenir Next"/>
              </a:defRPr>
            </a:lvl8pPr>
            <a:lvl9pPr algn="r">
              <a:defRPr sz="1275" b="0">
                <a:solidFill>
                  <a:srgbClr val="454A66"/>
                </a:solidFill>
                <a:latin typeface="Avenir Next"/>
                <a:ea typeface="Avenir Next"/>
                <a:cs typeface="Avenir Next"/>
              </a:defRPr>
            </a:lvl9pPr>
          </a:lstStyle>
          <a:p xmlns:a="http://schemas.openxmlformats.org/drawingml/2006/main">
            <a:pPr algn="r">
              <a:defRPr sz="1275" b="0">
                <a:solidFill>
                  <a:srgbClr val="454A66"/>
                </a:solidFill>
                <a:latin typeface="Avenir Next"/>
                <a:ea typeface="Avenir Next"/>
                <a:cs typeface="Avenir Next"/>
              </a:defRPr>
            </a:pPr>
            <a:r>
              <a:rPr sz="1275" b="0">
                <a:solidFill>
                  <a:srgbClr val="454A66"/>
                </a:solidFill>
                <a:latin typeface="Avenir Next"/>
                <a:ea typeface="Avenir Next"/>
                <a:cs typeface="Avenir Next"/>
              </a:rPr>
              <a:t>05</a:t>
            </a:r>
          </a:p>
        </p:txBody>
      </p:sp>
      <p:sp>
        <p:nvSpPr>
          <p:cNvPr id="5" name="Accueil">
            <a:extLst xmlns:a="http://schemas.openxmlformats.org/drawingml/2006/main">
              <a:ext uri="{FF2B5EF4-FFF2-40B4-BE49-F238E27FC236}">
                <a16:creationId xmlns:a16="http://schemas.microsoft.com/office/drawing/2014/main" id="{2CE3E1DF-D3CD-4A9C-AAA5-418A4AB4D0C3}"/>
              </a:ext>
            </a:extLst>
          </p:cNvPr>
          <p:cNvSpPr>
            <a:spLocks xmlns:a="http://schemas.openxmlformats.org/drawingml/2006/main" noGrp="1"/>
          </p:cNvSpPr>
          <p:nvPr/>
        </p:nvSpPr>
        <p:spPr>
          <a:xfrm xmlns:a="http://schemas.openxmlformats.org/drawingml/2006/main">
            <a:off x="714375" y="1981200"/>
            <a:ext cx="2238375" cy="666750"/>
          </a:xfrm>
          <a:prstGeom xmlns:a="http://schemas.openxmlformats.org/drawingml/2006/main" prst="roundRect">
            <a:avLst>
              <a:gd name="adj" fmla="val 17143"/>
            </a:avLst>
          </a:prstGeom>
          <a:solidFill xmlns:a="http://schemas.openxmlformats.org/drawingml/2006/main">
            <a:srgbClr val="E8F0FF"/>
          </a:solidFill>
          <a:ln xmlns:a="http://schemas.openxmlformats.org/drawingml/2006/main" w="11430">
            <a:solidFill>
              <a:srgbClr val="2066FA"/>
            </a:solidFill>
          </a:ln>
        </p:spPr>
        <p:txBody>
          <a:bodyPr xmlns:a="http://schemas.openxmlformats.org/drawingml/2006/main" wrap="square" lIns="114300" tIns="114300" rIns="114300" bIns="114300" anchor="ctr">
            <a:noAutofit/>
          </a:bodyPr>
          <a:lstStyle xmlns:a="http://schemas.openxmlformats.org/drawingml/2006/main">
            <a:defPPr algn="ctr">
              <a:defRPr sz="1800" b="1">
                <a:solidFill>
                  <a:srgbClr val="111738"/>
                </a:solidFill>
                <a:latin typeface="Avenir Next"/>
                <a:ea typeface="Avenir Next"/>
                <a:cs typeface="Avenir Next"/>
              </a:defRPr>
            </a:defPPr>
            <a:lvl1pPr algn="ctr">
              <a:defRPr sz="1800" b="1">
                <a:solidFill>
                  <a:srgbClr val="111738"/>
                </a:solidFill>
                <a:latin typeface="Avenir Next"/>
                <a:ea typeface="Avenir Next"/>
                <a:cs typeface="Avenir Next"/>
              </a:defRPr>
            </a:lvl1pPr>
            <a:lvl2pPr algn="ctr">
              <a:defRPr sz="1800" b="1">
                <a:solidFill>
                  <a:srgbClr val="111738"/>
                </a:solidFill>
                <a:latin typeface="Avenir Next"/>
                <a:ea typeface="Avenir Next"/>
                <a:cs typeface="Avenir Next"/>
              </a:defRPr>
            </a:lvl2pPr>
            <a:lvl3pPr algn="ctr">
              <a:defRPr sz="1800" b="1">
                <a:solidFill>
                  <a:srgbClr val="111738"/>
                </a:solidFill>
                <a:latin typeface="Avenir Next"/>
                <a:ea typeface="Avenir Next"/>
                <a:cs typeface="Avenir Next"/>
              </a:defRPr>
            </a:lvl3pPr>
            <a:lvl4pPr algn="ctr">
              <a:defRPr sz="1800" b="1">
                <a:solidFill>
                  <a:srgbClr val="111738"/>
                </a:solidFill>
                <a:latin typeface="Avenir Next"/>
                <a:ea typeface="Avenir Next"/>
                <a:cs typeface="Avenir Next"/>
              </a:defRPr>
            </a:lvl4pPr>
            <a:lvl5pPr algn="ctr">
              <a:defRPr sz="1800" b="1">
                <a:solidFill>
                  <a:srgbClr val="111738"/>
                </a:solidFill>
                <a:latin typeface="Avenir Next"/>
                <a:ea typeface="Avenir Next"/>
                <a:cs typeface="Avenir Next"/>
              </a:defRPr>
            </a:lvl5pPr>
            <a:lvl6pPr algn="ctr">
              <a:defRPr sz="1800" b="1">
                <a:solidFill>
                  <a:srgbClr val="111738"/>
                </a:solidFill>
                <a:latin typeface="Avenir Next"/>
                <a:ea typeface="Avenir Next"/>
                <a:cs typeface="Avenir Next"/>
              </a:defRPr>
            </a:lvl6pPr>
            <a:lvl7pPr algn="ctr">
              <a:defRPr sz="1800" b="1">
                <a:solidFill>
                  <a:srgbClr val="111738"/>
                </a:solidFill>
                <a:latin typeface="Avenir Next"/>
                <a:ea typeface="Avenir Next"/>
                <a:cs typeface="Avenir Next"/>
              </a:defRPr>
            </a:lvl7pPr>
            <a:lvl8pPr algn="ctr">
              <a:defRPr sz="1800" b="1">
                <a:solidFill>
                  <a:srgbClr val="111738"/>
                </a:solidFill>
                <a:latin typeface="Avenir Next"/>
                <a:ea typeface="Avenir Next"/>
                <a:cs typeface="Avenir Next"/>
              </a:defRPr>
            </a:lvl8pPr>
            <a:lvl9pPr algn="ctr">
              <a:defRPr sz="1800" b="1">
                <a:solidFill>
                  <a:srgbClr val="111738"/>
                </a:solidFill>
                <a:latin typeface="Avenir Next"/>
                <a:ea typeface="Avenir Next"/>
                <a:cs typeface="Avenir Next"/>
              </a:defRPr>
            </a:lvl9pPr>
          </a:lstStyle>
          <a:p xmlns:a="http://schemas.openxmlformats.org/drawingml/2006/main">
            <a:pPr algn="ctr">
              <a:defRPr sz="1800" b="1">
                <a:solidFill>
                  <a:srgbClr val="111738"/>
                </a:solidFill>
                <a:latin typeface="Avenir Next"/>
                <a:ea typeface="Avenir Next"/>
                <a:cs typeface="Avenir Next"/>
              </a:defRPr>
            </a:pPr>
            <a:r>
              <a:rPr sz="1800" b="1">
                <a:solidFill>
                  <a:srgbClr val="111738"/>
                </a:solidFill>
                <a:latin typeface="Avenir Next"/>
                <a:ea typeface="Avenir Next"/>
                <a:cs typeface="Avenir Next"/>
              </a:rPr>
              <a:t>Accueil</a:t>
            </a:r>
          </a:p>
        </p:txBody>
      </p:sp>
      <p:sp>
        <p:nvSpPr>
          <p:cNvPr id="6" name="Catalogue">
            <a:extLst xmlns:a="http://schemas.openxmlformats.org/drawingml/2006/main">
              <a:ext uri="{FF2B5EF4-FFF2-40B4-BE49-F238E27FC236}">
                <a16:creationId xmlns:a16="http://schemas.microsoft.com/office/drawing/2014/main" id="{0EF8B109-5370-401D-8473-E077BCEC0129}"/>
              </a:ext>
            </a:extLst>
          </p:cNvPr>
          <p:cNvSpPr>
            <a:spLocks xmlns:a="http://schemas.openxmlformats.org/drawingml/2006/main" noGrp="1"/>
          </p:cNvSpPr>
          <p:nvPr/>
        </p:nvSpPr>
        <p:spPr>
          <a:xfrm xmlns:a="http://schemas.openxmlformats.org/drawingml/2006/main">
            <a:off x="3810000" y="1981200"/>
            <a:ext cx="2238375" cy="666750"/>
          </a:xfrm>
          <a:prstGeom xmlns:a="http://schemas.openxmlformats.org/drawingml/2006/main" prst="roundRect">
            <a:avLst>
              <a:gd name="adj" fmla="val 17143"/>
            </a:avLst>
          </a:prstGeom>
          <a:solidFill xmlns:a="http://schemas.openxmlformats.org/drawingml/2006/main">
            <a:srgbClr val="E8F0FF"/>
          </a:solidFill>
          <a:ln xmlns:a="http://schemas.openxmlformats.org/drawingml/2006/main" w="11430">
            <a:solidFill>
              <a:srgbClr val="2066FA"/>
            </a:solidFill>
          </a:ln>
        </p:spPr>
        <p:txBody>
          <a:bodyPr xmlns:a="http://schemas.openxmlformats.org/drawingml/2006/main" wrap="square" lIns="114300" tIns="114300" rIns="114300" bIns="114300" anchor="ctr">
            <a:noAutofit/>
          </a:bodyPr>
          <a:lstStyle xmlns:a="http://schemas.openxmlformats.org/drawingml/2006/main">
            <a:defPPr algn="ctr">
              <a:defRPr sz="1800" b="1">
                <a:solidFill>
                  <a:srgbClr val="111738"/>
                </a:solidFill>
                <a:latin typeface="Avenir Next"/>
                <a:ea typeface="Avenir Next"/>
                <a:cs typeface="Avenir Next"/>
              </a:defRPr>
            </a:defPPr>
            <a:lvl1pPr algn="ctr">
              <a:defRPr sz="1800" b="1">
                <a:solidFill>
                  <a:srgbClr val="111738"/>
                </a:solidFill>
                <a:latin typeface="Avenir Next"/>
                <a:ea typeface="Avenir Next"/>
                <a:cs typeface="Avenir Next"/>
              </a:defRPr>
            </a:lvl1pPr>
            <a:lvl2pPr algn="ctr">
              <a:defRPr sz="1800" b="1">
                <a:solidFill>
                  <a:srgbClr val="111738"/>
                </a:solidFill>
                <a:latin typeface="Avenir Next"/>
                <a:ea typeface="Avenir Next"/>
                <a:cs typeface="Avenir Next"/>
              </a:defRPr>
            </a:lvl2pPr>
            <a:lvl3pPr algn="ctr">
              <a:defRPr sz="1800" b="1">
                <a:solidFill>
                  <a:srgbClr val="111738"/>
                </a:solidFill>
                <a:latin typeface="Avenir Next"/>
                <a:ea typeface="Avenir Next"/>
                <a:cs typeface="Avenir Next"/>
              </a:defRPr>
            </a:lvl3pPr>
            <a:lvl4pPr algn="ctr">
              <a:defRPr sz="1800" b="1">
                <a:solidFill>
                  <a:srgbClr val="111738"/>
                </a:solidFill>
                <a:latin typeface="Avenir Next"/>
                <a:ea typeface="Avenir Next"/>
                <a:cs typeface="Avenir Next"/>
              </a:defRPr>
            </a:lvl4pPr>
            <a:lvl5pPr algn="ctr">
              <a:defRPr sz="1800" b="1">
                <a:solidFill>
                  <a:srgbClr val="111738"/>
                </a:solidFill>
                <a:latin typeface="Avenir Next"/>
                <a:ea typeface="Avenir Next"/>
                <a:cs typeface="Avenir Next"/>
              </a:defRPr>
            </a:lvl5pPr>
            <a:lvl6pPr algn="ctr">
              <a:defRPr sz="1800" b="1">
                <a:solidFill>
                  <a:srgbClr val="111738"/>
                </a:solidFill>
                <a:latin typeface="Avenir Next"/>
                <a:ea typeface="Avenir Next"/>
                <a:cs typeface="Avenir Next"/>
              </a:defRPr>
            </a:lvl6pPr>
            <a:lvl7pPr algn="ctr">
              <a:defRPr sz="1800" b="1">
                <a:solidFill>
                  <a:srgbClr val="111738"/>
                </a:solidFill>
                <a:latin typeface="Avenir Next"/>
                <a:ea typeface="Avenir Next"/>
                <a:cs typeface="Avenir Next"/>
              </a:defRPr>
            </a:lvl7pPr>
            <a:lvl8pPr algn="ctr">
              <a:defRPr sz="1800" b="1">
                <a:solidFill>
                  <a:srgbClr val="111738"/>
                </a:solidFill>
                <a:latin typeface="Avenir Next"/>
                <a:ea typeface="Avenir Next"/>
                <a:cs typeface="Avenir Next"/>
              </a:defRPr>
            </a:lvl8pPr>
            <a:lvl9pPr algn="ctr">
              <a:defRPr sz="1800" b="1">
                <a:solidFill>
                  <a:srgbClr val="111738"/>
                </a:solidFill>
                <a:latin typeface="Avenir Next"/>
                <a:ea typeface="Avenir Next"/>
                <a:cs typeface="Avenir Next"/>
              </a:defRPr>
            </a:lvl9pPr>
          </a:lstStyle>
          <a:p xmlns:a="http://schemas.openxmlformats.org/drawingml/2006/main">
            <a:pPr algn="ctr">
              <a:defRPr sz="1800" b="1">
                <a:solidFill>
                  <a:srgbClr val="111738"/>
                </a:solidFill>
                <a:latin typeface="Avenir Next"/>
                <a:ea typeface="Avenir Next"/>
                <a:cs typeface="Avenir Next"/>
              </a:defRPr>
            </a:pPr>
            <a:r>
              <a:rPr sz="1800" b="1">
                <a:solidFill>
                  <a:srgbClr val="111738"/>
                </a:solidFill>
                <a:latin typeface="Avenir Next"/>
                <a:ea typeface="Avenir Next"/>
                <a:cs typeface="Avenir Next"/>
              </a:rPr>
              <a:t>Catalogue</a:t>
            </a:r>
          </a:p>
        </p:txBody>
      </p:sp>
      <p:sp>
        <p:nvSpPr>
          <p:cNvPr id="7" name="Fiche activité">
            <a:extLst xmlns:a="http://schemas.openxmlformats.org/drawingml/2006/main">
              <a:ext uri="{FF2B5EF4-FFF2-40B4-BE49-F238E27FC236}">
                <a16:creationId xmlns:a16="http://schemas.microsoft.com/office/drawing/2014/main" id="{082C06A9-7F8D-4CE0-81F9-5DDCFE5263D1}"/>
              </a:ext>
            </a:extLst>
          </p:cNvPr>
          <p:cNvSpPr>
            <a:spLocks xmlns:a="http://schemas.openxmlformats.org/drawingml/2006/main" noGrp="1"/>
          </p:cNvSpPr>
          <p:nvPr/>
        </p:nvSpPr>
        <p:spPr>
          <a:xfrm xmlns:a="http://schemas.openxmlformats.org/drawingml/2006/main">
            <a:off x="6905625" y="1981200"/>
            <a:ext cx="2238375" cy="666750"/>
          </a:xfrm>
          <a:prstGeom xmlns:a="http://schemas.openxmlformats.org/drawingml/2006/main" prst="roundRect">
            <a:avLst>
              <a:gd name="adj" fmla="val 17143"/>
            </a:avLst>
          </a:prstGeom>
          <a:solidFill xmlns:a="http://schemas.openxmlformats.org/drawingml/2006/main">
            <a:srgbClr val="E8F0FF"/>
          </a:solidFill>
          <a:ln xmlns:a="http://schemas.openxmlformats.org/drawingml/2006/main" w="11430">
            <a:solidFill>
              <a:srgbClr val="2066FA"/>
            </a:solidFill>
          </a:ln>
        </p:spPr>
        <p:txBody>
          <a:bodyPr xmlns:a="http://schemas.openxmlformats.org/drawingml/2006/main" wrap="square" lIns="114300" tIns="114300" rIns="114300" bIns="114300" anchor="ctr">
            <a:noAutofit/>
          </a:bodyPr>
          <a:lstStyle xmlns:a="http://schemas.openxmlformats.org/drawingml/2006/main">
            <a:defPPr algn="ctr">
              <a:defRPr sz="1800" b="1">
                <a:solidFill>
                  <a:srgbClr val="111738"/>
                </a:solidFill>
                <a:latin typeface="Avenir Next"/>
                <a:ea typeface="Avenir Next"/>
                <a:cs typeface="Avenir Next"/>
              </a:defRPr>
            </a:defPPr>
            <a:lvl1pPr algn="ctr">
              <a:defRPr sz="1800" b="1">
                <a:solidFill>
                  <a:srgbClr val="111738"/>
                </a:solidFill>
                <a:latin typeface="Avenir Next"/>
                <a:ea typeface="Avenir Next"/>
                <a:cs typeface="Avenir Next"/>
              </a:defRPr>
            </a:lvl1pPr>
            <a:lvl2pPr algn="ctr">
              <a:defRPr sz="1800" b="1">
                <a:solidFill>
                  <a:srgbClr val="111738"/>
                </a:solidFill>
                <a:latin typeface="Avenir Next"/>
                <a:ea typeface="Avenir Next"/>
                <a:cs typeface="Avenir Next"/>
              </a:defRPr>
            </a:lvl2pPr>
            <a:lvl3pPr algn="ctr">
              <a:defRPr sz="1800" b="1">
                <a:solidFill>
                  <a:srgbClr val="111738"/>
                </a:solidFill>
                <a:latin typeface="Avenir Next"/>
                <a:ea typeface="Avenir Next"/>
                <a:cs typeface="Avenir Next"/>
              </a:defRPr>
            </a:lvl3pPr>
            <a:lvl4pPr algn="ctr">
              <a:defRPr sz="1800" b="1">
                <a:solidFill>
                  <a:srgbClr val="111738"/>
                </a:solidFill>
                <a:latin typeface="Avenir Next"/>
                <a:ea typeface="Avenir Next"/>
                <a:cs typeface="Avenir Next"/>
              </a:defRPr>
            </a:lvl4pPr>
            <a:lvl5pPr algn="ctr">
              <a:defRPr sz="1800" b="1">
                <a:solidFill>
                  <a:srgbClr val="111738"/>
                </a:solidFill>
                <a:latin typeface="Avenir Next"/>
                <a:ea typeface="Avenir Next"/>
                <a:cs typeface="Avenir Next"/>
              </a:defRPr>
            </a:lvl5pPr>
            <a:lvl6pPr algn="ctr">
              <a:defRPr sz="1800" b="1">
                <a:solidFill>
                  <a:srgbClr val="111738"/>
                </a:solidFill>
                <a:latin typeface="Avenir Next"/>
                <a:ea typeface="Avenir Next"/>
                <a:cs typeface="Avenir Next"/>
              </a:defRPr>
            </a:lvl6pPr>
            <a:lvl7pPr algn="ctr">
              <a:defRPr sz="1800" b="1">
                <a:solidFill>
                  <a:srgbClr val="111738"/>
                </a:solidFill>
                <a:latin typeface="Avenir Next"/>
                <a:ea typeface="Avenir Next"/>
                <a:cs typeface="Avenir Next"/>
              </a:defRPr>
            </a:lvl7pPr>
            <a:lvl8pPr algn="ctr">
              <a:defRPr sz="1800" b="1">
                <a:solidFill>
                  <a:srgbClr val="111738"/>
                </a:solidFill>
                <a:latin typeface="Avenir Next"/>
                <a:ea typeface="Avenir Next"/>
                <a:cs typeface="Avenir Next"/>
              </a:defRPr>
            </a:lvl8pPr>
            <a:lvl9pPr algn="ctr">
              <a:defRPr sz="1800" b="1">
                <a:solidFill>
                  <a:srgbClr val="111738"/>
                </a:solidFill>
                <a:latin typeface="Avenir Next"/>
                <a:ea typeface="Avenir Next"/>
                <a:cs typeface="Avenir Next"/>
              </a:defRPr>
            </a:lvl9pPr>
          </a:lstStyle>
          <a:p xmlns:a="http://schemas.openxmlformats.org/drawingml/2006/main">
            <a:pPr algn="ctr">
              <a:defRPr sz="1800" b="1">
                <a:solidFill>
                  <a:srgbClr val="111738"/>
                </a:solidFill>
                <a:latin typeface="Avenir Next"/>
                <a:ea typeface="Avenir Next"/>
                <a:cs typeface="Avenir Next"/>
              </a:defRPr>
            </a:pPr>
            <a:r>
              <a:rPr sz="1800" b="1">
                <a:solidFill>
                  <a:srgbClr val="111738"/>
                </a:solidFill>
                <a:latin typeface="Avenir Next"/>
                <a:ea typeface="Avenir Next"/>
                <a:cs typeface="Avenir Next"/>
              </a:rPr>
              <a:t>Fiche activité</a:t>
            </a:r>
          </a:p>
        </p:txBody>
      </p:sp>
      <p:sp>
        <p:nvSpPr>
          <p:cNvPr id="10" name="Inscription&#10;Connexion">
            <a:extLst xmlns:a="http://schemas.openxmlformats.org/drawingml/2006/main">
              <a:ext uri="{FF2B5EF4-FFF2-40B4-BE49-F238E27FC236}">
                <a16:creationId xmlns:a16="http://schemas.microsoft.com/office/drawing/2014/main" id="{B33A6B18-EF2B-4B42-82E3-B58B941B6563}"/>
              </a:ext>
            </a:extLst>
          </p:cNvPr>
          <p:cNvSpPr>
            <a:spLocks xmlns:a="http://schemas.openxmlformats.org/drawingml/2006/main" noGrp="1"/>
          </p:cNvSpPr>
          <p:nvPr/>
        </p:nvSpPr>
        <p:spPr>
          <a:xfrm xmlns:a="http://schemas.openxmlformats.org/drawingml/2006/main">
            <a:off x="6905625" y="3324225"/>
            <a:ext cx="2238375" cy="762000"/>
          </a:xfrm>
          <a:prstGeom xmlns:a="http://schemas.openxmlformats.org/drawingml/2006/main" prst="roundRect">
            <a:avLst>
              <a:gd name="adj" fmla="val 15000"/>
            </a:avLst>
          </a:prstGeom>
          <a:solidFill xmlns:a="http://schemas.openxmlformats.org/drawingml/2006/main">
            <a:srgbClr val="F1EBFF"/>
          </a:solidFill>
          <a:ln xmlns:a="http://schemas.openxmlformats.org/drawingml/2006/main" w="11430">
            <a:solidFill>
              <a:srgbClr val="8B62F4"/>
            </a:solidFill>
          </a:ln>
        </p:spPr>
        <p:txBody>
          <a:bodyPr xmlns:a="http://schemas.openxmlformats.org/drawingml/2006/main" wrap="square" lIns="114300" tIns="114300" rIns="114300" bIns="114300" anchor="ctr">
            <a:noAutofit/>
          </a:bodyPr>
          <a:lstStyle xmlns:a="http://schemas.openxmlformats.org/drawingml/2006/main">
            <a:defPPr algn="ctr">
              <a:defRPr sz="1800" b="0">
                <a:solidFill>
                  <a:srgbClr val="111738"/>
                </a:solidFill>
                <a:latin typeface="Avenir Next"/>
                <a:ea typeface="Avenir Next"/>
                <a:cs typeface="Avenir Next"/>
              </a:defRPr>
            </a:defPPr>
            <a:lvl1pPr algn="ctr">
              <a:defRPr sz="1800" b="0">
                <a:solidFill>
                  <a:srgbClr val="111738"/>
                </a:solidFill>
                <a:latin typeface="Avenir Next"/>
                <a:ea typeface="Avenir Next"/>
                <a:cs typeface="Avenir Next"/>
              </a:defRPr>
            </a:lvl1pPr>
            <a:lvl2pPr algn="ctr">
              <a:defRPr sz="1800" b="0">
                <a:solidFill>
                  <a:srgbClr val="111738"/>
                </a:solidFill>
                <a:latin typeface="Avenir Next"/>
                <a:ea typeface="Avenir Next"/>
                <a:cs typeface="Avenir Next"/>
              </a:defRPr>
            </a:lvl2pPr>
            <a:lvl3pPr algn="ctr">
              <a:defRPr sz="1800" b="0">
                <a:solidFill>
                  <a:srgbClr val="111738"/>
                </a:solidFill>
                <a:latin typeface="Avenir Next"/>
                <a:ea typeface="Avenir Next"/>
                <a:cs typeface="Avenir Next"/>
              </a:defRPr>
            </a:lvl3pPr>
            <a:lvl4pPr algn="ctr">
              <a:defRPr sz="1800" b="0">
                <a:solidFill>
                  <a:srgbClr val="111738"/>
                </a:solidFill>
                <a:latin typeface="Avenir Next"/>
                <a:ea typeface="Avenir Next"/>
                <a:cs typeface="Avenir Next"/>
              </a:defRPr>
            </a:lvl4pPr>
            <a:lvl5pPr algn="ctr">
              <a:defRPr sz="1800" b="0">
                <a:solidFill>
                  <a:srgbClr val="111738"/>
                </a:solidFill>
                <a:latin typeface="Avenir Next"/>
                <a:ea typeface="Avenir Next"/>
                <a:cs typeface="Avenir Next"/>
              </a:defRPr>
            </a:lvl5pPr>
            <a:lvl6pPr algn="ctr">
              <a:defRPr sz="1800" b="0">
                <a:solidFill>
                  <a:srgbClr val="111738"/>
                </a:solidFill>
                <a:latin typeface="Avenir Next"/>
                <a:ea typeface="Avenir Next"/>
                <a:cs typeface="Avenir Next"/>
              </a:defRPr>
            </a:lvl6pPr>
            <a:lvl7pPr algn="ctr">
              <a:defRPr sz="1800" b="0">
                <a:solidFill>
                  <a:srgbClr val="111738"/>
                </a:solidFill>
                <a:latin typeface="Avenir Next"/>
                <a:ea typeface="Avenir Next"/>
                <a:cs typeface="Avenir Next"/>
              </a:defRPr>
            </a:lvl7pPr>
            <a:lvl8pPr algn="ctr">
              <a:defRPr sz="1800" b="0">
                <a:solidFill>
                  <a:srgbClr val="111738"/>
                </a:solidFill>
                <a:latin typeface="Avenir Next"/>
                <a:ea typeface="Avenir Next"/>
                <a:cs typeface="Avenir Next"/>
              </a:defRPr>
            </a:lvl8pPr>
            <a:lvl9pPr algn="ctr">
              <a:defRPr sz="1800" b="0">
                <a:solidFill>
                  <a:srgbClr val="111738"/>
                </a:solidFill>
                <a:latin typeface="Avenir Next"/>
                <a:ea typeface="Avenir Next"/>
                <a:cs typeface="Avenir Next"/>
              </a:defRPr>
            </a:lvl9pPr>
          </a:lstStyle>
          <a:p xmlns:a="http://schemas.openxmlformats.org/drawingml/2006/main">
            <a:pPr algn="ctr">
              <a:defRPr sz="1800" b="0">
                <a:solidFill>
                  <a:srgbClr val="111738"/>
                </a:solidFill>
                <a:latin typeface="Avenir Next"/>
                <a:ea typeface="Avenir Next"/>
                <a:cs typeface="Avenir Next"/>
              </a:defRPr>
            </a:pPr>
            <a:r>
              <a:rPr sz="1800" b="0">
                <a:solidFill>
                  <a:srgbClr val="111738"/>
                </a:solidFill>
                <a:latin typeface="Avenir Next"/>
                <a:ea typeface="Avenir Next"/>
                <a:cs typeface="Avenir Next"/>
              </a:rPr>
              <a:t>Inscription</a:t>
            </a:r>
          </a:p>
          <a:p xmlns:a="http://schemas.openxmlformats.org/drawingml/2006/main">
            <a:pPr algn="ctr">
              <a:defRPr sz="1800" b="0">
                <a:solidFill>
                  <a:srgbClr val="111738"/>
                </a:solidFill>
                <a:latin typeface="Avenir Next"/>
                <a:ea typeface="Avenir Next"/>
                <a:cs typeface="Avenir Next"/>
              </a:defRPr>
            </a:pPr>
            <a:r>
              <a:rPr sz="1800" b="0">
                <a:solidFill>
                  <a:srgbClr val="111738"/>
                </a:solidFill>
                <a:latin typeface="Avenir Next"/>
                <a:ea typeface="Avenir Next"/>
                <a:cs typeface="Avenir Next"/>
              </a:rPr>
              <a:t>Connexion</a:t>
            </a:r>
          </a:p>
        </p:txBody>
      </p:sp>
      <p:sp>
        <p:nvSpPr>
          <p:cNvPr id="11" name="Mes réservations">
            <a:extLst xmlns:a="http://schemas.openxmlformats.org/drawingml/2006/main">
              <a:ext uri="{FF2B5EF4-FFF2-40B4-BE49-F238E27FC236}">
                <a16:creationId xmlns:a16="http://schemas.microsoft.com/office/drawing/2014/main" id="{6FF2A552-CF1B-48A0-B9D9-03AF09802A6B}"/>
              </a:ext>
            </a:extLst>
          </p:cNvPr>
          <p:cNvSpPr>
            <a:spLocks xmlns:a="http://schemas.openxmlformats.org/drawingml/2006/main" noGrp="1"/>
          </p:cNvSpPr>
          <p:nvPr/>
        </p:nvSpPr>
        <p:spPr>
          <a:xfrm xmlns:a="http://schemas.openxmlformats.org/drawingml/2006/main">
            <a:off x="6905625" y="4752975"/>
            <a:ext cx="2238375" cy="666750"/>
          </a:xfrm>
          <a:prstGeom xmlns:a="http://schemas.openxmlformats.org/drawingml/2006/main" prst="roundRect">
            <a:avLst>
              <a:gd name="adj" fmla="val 17143"/>
            </a:avLst>
          </a:prstGeom>
          <a:solidFill xmlns:a="http://schemas.openxmlformats.org/drawingml/2006/main">
            <a:srgbClr val="F1EBFF"/>
          </a:solidFill>
          <a:ln xmlns:a="http://schemas.openxmlformats.org/drawingml/2006/main" w="11430">
            <a:solidFill>
              <a:srgbClr val="8B62F4"/>
            </a:solidFill>
          </a:ln>
        </p:spPr>
        <p:txBody>
          <a:bodyPr xmlns:a="http://schemas.openxmlformats.org/drawingml/2006/main" wrap="square" lIns="114300" tIns="114300" rIns="114300" bIns="114300" anchor="ctr">
            <a:noAutofit/>
          </a:bodyPr>
          <a:lstStyle xmlns:a="http://schemas.openxmlformats.org/drawingml/2006/main">
            <a:defPPr algn="ctr">
              <a:defRPr sz="1800" b="0">
                <a:solidFill>
                  <a:srgbClr val="111738"/>
                </a:solidFill>
                <a:latin typeface="Avenir Next"/>
                <a:ea typeface="Avenir Next"/>
                <a:cs typeface="Avenir Next"/>
              </a:defRPr>
            </a:defPPr>
            <a:lvl1pPr algn="ctr">
              <a:defRPr sz="1800" b="0">
                <a:solidFill>
                  <a:srgbClr val="111738"/>
                </a:solidFill>
                <a:latin typeface="Avenir Next"/>
                <a:ea typeface="Avenir Next"/>
                <a:cs typeface="Avenir Next"/>
              </a:defRPr>
            </a:lvl1pPr>
            <a:lvl2pPr algn="ctr">
              <a:defRPr sz="1800" b="0">
                <a:solidFill>
                  <a:srgbClr val="111738"/>
                </a:solidFill>
                <a:latin typeface="Avenir Next"/>
                <a:ea typeface="Avenir Next"/>
                <a:cs typeface="Avenir Next"/>
              </a:defRPr>
            </a:lvl2pPr>
            <a:lvl3pPr algn="ctr">
              <a:defRPr sz="1800" b="0">
                <a:solidFill>
                  <a:srgbClr val="111738"/>
                </a:solidFill>
                <a:latin typeface="Avenir Next"/>
                <a:ea typeface="Avenir Next"/>
                <a:cs typeface="Avenir Next"/>
              </a:defRPr>
            </a:lvl3pPr>
            <a:lvl4pPr algn="ctr">
              <a:defRPr sz="1800" b="0">
                <a:solidFill>
                  <a:srgbClr val="111738"/>
                </a:solidFill>
                <a:latin typeface="Avenir Next"/>
                <a:ea typeface="Avenir Next"/>
                <a:cs typeface="Avenir Next"/>
              </a:defRPr>
            </a:lvl4pPr>
            <a:lvl5pPr algn="ctr">
              <a:defRPr sz="1800" b="0">
                <a:solidFill>
                  <a:srgbClr val="111738"/>
                </a:solidFill>
                <a:latin typeface="Avenir Next"/>
                <a:ea typeface="Avenir Next"/>
                <a:cs typeface="Avenir Next"/>
              </a:defRPr>
            </a:lvl5pPr>
            <a:lvl6pPr algn="ctr">
              <a:defRPr sz="1800" b="0">
                <a:solidFill>
                  <a:srgbClr val="111738"/>
                </a:solidFill>
                <a:latin typeface="Avenir Next"/>
                <a:ea typeface="Avenir Next"/>
                <a:cs typeface="Avenir Next"/>
              </a:defRPr>
            </a:lvl6pPr>
            <a:lvl7pPr algn="ctr">
              <a:defRPr sz="1800" b="0">
                <a:solidFill>
                  <a:srgbClr val="111738"/>
                </a:solidFill>
                <a:latin typeface="Avenir Next"/>
                <a:ea typeface="Avenir Next"/>
                <a:cs typeface="Avenir Next"/>
              </a:defRPr>
            </a:lvl7pPr>
            <a:lvl8pPr algn="ctr">
              <a:defRPr sz="1800" b="0">
                <a:solidFill>
                  <a:srgbClr val="111738"/>
                </a:solidFill>
                <a:latin typeface="Avenir Next"/>
                <a:ea typeface="Avenir Next"/>
                <a:cs typeface="Avenir Next"/>
              </a:defRPr>
            </a:lvl8pPr>
            <a:lvl9pPr algn="ctr">
              <a:defRPr sz="1800" b="0">
                <a:solidFill>
                  <a:srgbClr val="111738"/>
                </a:solidFill>
                <a:latin typeface="Avenir Next"/>
                <a:ea typeface="Avenir Next"/>
                <a:cs typeface="Avenir Next"/>
              </a:defRPr>
            </a:lvl9pPr>
          </a:lstStyle>
          <a:p xmlns:a="http://schemas.openxmlformats.org/drawingml/2006/main">
            <a:pPr algn="ctr">
              <a:defRPr sz="1800" b="0">
                <a:solidFill>
                  <a:srgbClr val="111738"/>
                </a:solidFill>
                <a:latin typeface="Avenir Next"/>
                <a:ea typeface="Avenir Next"/>
                <a:cs typeface="Avenir Next"/>
              </a:defRPr>
            </a:pPr>
            <a:r>
              <a:rPr sz="1800" b="0">
                <a:solidFill>
                  <a:srgbClr val="111738"/>
                </a:solidFill>
                <a:latin typeface="Avenir Next"/>
                <a:ea typeface="Avenir Next"/>
                <a:cs typeface="Avenir Next"/>
              </a:rPr>
              <a:t>Mes réservations</a:t>
            </a:r>
          </a:p>
        </p:txBody>
      </p:sp>
      <p:sp>
        <p:nvSpPr>
          <p:cNvPr id="14" name="Réserver">
            <a:extLst xmlns:a="http://schemas.openxmlformats.org/drawingml/2006/main">
              <a:ext uri="{FF2B5EF4-FFF2-40B4-BE49-F238E27FC236}">
                <a16:creationId xmlns:a16="http://schemas.microsoft.com/office/drawing/2014/main" id="{38219FE5-A494-436A-837F-89FB816D6892}"/>
              </a:ext>
            </a:extLst>
          </p:cNvPr>
          <p:cNvSpPr>
            <a:spLocks xmlns:a="http://schemas.openxmlformats.org/drawingml/2006/main" noGrp="1"/>
          </p:cNvSpPr>
          <p:nvPr/>
        </p:nvSpPr>
        <p:spPr>
          <a:xfrm xmlns:a="http://schemas.openxmlformats.org/drawingml/2006/main">
            <a:off x="9382125" y="3448050"/>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066FA"/>
                </a:solidFill>
                <a:latin typeface="Avenir Next"/>
                <a:ea typeface="Avenir Next"/>
                <a:cs typeface="Avenir Next"/>
              </a:defRPr>
            </a:defPPr>
            <a:lvl1pPr algn="l">
              <a:defRPr sz="1725" b="1">
                <a:solidFill>
                  <a:srgbClr val="2066FA"/>
                </a:solidFill>
                <a:latin typeface="Avenir Next"/>
                <a:ea typeface="Avenir Next"/>
                <a:cs typeface="Avenir Next"/>
              </a:defRPr>
            </a:lvl1pPr>
            <a:lvl2pPr algn="l">
              <a:defRPr sz="1725" b="1">
                <a:solidFill>
                  <a:srgbClr val="2066FA"/>
                </a:solidFill>
                <a:latin typeface="Avenir Next"/>
                <a:ea typeface="Avenir Next"/>
                <a:cs typeface="Avenir Next"/>
              </a:defRPr>
            </a:lvl2pPr>
            <a:lvl3pPr algn="l">
              <a:defRPr sz="1725" b="1">
                <a:solidFill>
                  <a:srgbClr val="2066FA"/>
                </a:solidFill>
                <a:latin typeface="Avenir Next"/>
                <a:ea typeface="Avenir Next"/>
                <a:cs typeface="Avenir Next"/>
              </a:defRPr>
            </a:lvl3pPr>
            <a:lvl4pPr algn="l">
              <a:defRPr sz="1725" b="1">
                <a:solidFill>
                  <a:srgbClr val="2066FA"/>
                </a:solidFill>
                <a:latin typeface="Avenir Next"/>
                <a:ea typeface="Avenir Next"/>
                <a:cs typeface="Avenir Next"/>
              </a:defRPr>
            </a:lvl4pPr>
            <a:lvl5pPr algn="l">
              <a:defRPr sz="1725" b="1">
                <a:solidFill>
                  <a:srgbClr val="2066FA"/>
                </a:solidFill>
                <a:latin typeface="Avenir Next"/>
                <a:ea typeface="Avenir Next"/>
                <a:cs typeface="Avenir Next"/>
              </a:defRPr>
            </a:lvl5pPr>
            <a:lvl6pPr algn="l">
              <a:defRPr sz="1725" b="1">
                <a:solidFill>
                  <a:srgbClr val="2066FA"/>
                </a:solidFill>
                <a:latin typeface="Avenir Next"/>
                <a:ea typeface="Avenir Next"/>
                <a:cs typeface="Avenir Next"/>
              </a:defRPr>
            </a:lvl6pPr>
            <a:lvl7pPr algn="l">
              <a:defRPr sz="1725" b="1">
                <a:solidFill>
                  <a:srgbClr val="2066FA"/>
                </a:solidFill>
                <a:latin typeface="Avenir Next"/>
                <a:ea typeface="Avenir Next"/>
                <a:cs typeface="Avenir Next"/>
              </a:defRPr>
            </a:lvl7pPr>
            <a:lvl8pPr algn="l">
              <a:defRPr sz="1725" b="1">
                <a:solidFill>
                  <a:srgbClr val="2066FA"/>
                </a:solidFill>
                <a:latin typeface="Avenir Next"/>
                <a:ea typeface="Avenir Next"/>
                <a:cs typeface="Avenir Next"/>
              </a:defRPr>
            </a:lvl8pPr>
            <a:lvl9pPr algn="l">
              <a:defRPr sz="1725" b="1">
                <a:solidFill>
                  <a:srgbClr val="2066FA"/>
                </a:solidFill>
                <a:latin typeface="Avenir Next"/>
                <a:ea typeface="Avenir Next"/>
                <a:cs typeface="Avenir Next"/>
              </a:defRPr>
            </a:lvl9pPr>
          </a:lstStyle>
          <a:p xmlns:a="http://schemas.openxmlformats.org/drawingml/2006/main">
            <a:pPr algn="l">
              <a:defRPr sz="1725" b="1">
                <a:solidFill>
                  <a:srgbClr val="2066FA"/>
                </a:solidFill>
                <a:latin typeface="Avenir Next"/>
                <a:ea typeface="Avenir Next"/>
                <a:cs typeface="Avenir Next"/>
              </a:defRPr>
            </a:pPr>
            <a:r>
              <a:rPr sz="1725" b="1">
                <a:solidFill>
                  <a:srgbClr val="2066FA"/>
                </a:solidFill>
                <a:latin typeface="Avenir Next"/>
                <a:ea typeface="Avenir Next"/>
                <a:cs typeface="Avenir Next"/>
              </a:rPr>
              <a:t>Réserver</a:t>
            </a:r>
          </a:p>
        </p:txBody>
      </p:sp>
      <p:sp>
        <p:nvSpPr>
          <p:cNvPr id="15" name="Espace organisateur">
            <a:extLst xmlns:a="http://schemas.openxmlformats.org/drawingml/2006/main">
              <a:ext uri="{FF2B5EF4-FFF2-40B4-BE49-F238E27FC236}">
                <a16:creationId xmlns:a16="http://schemas.microsoft.com/office/drawing/2014/main" id="{211FAB15-1E49-4874-A2EA-A3D15F21D507}"/>
              </a:ext>
            </a:extLst>
          </p:cNvPr>
          <p:cNvSpPr>
            <a:spLocks xmlns:a="http://schemas.openxmlformats.org/drawingml/2006/main" noGrp="1"/>
          </p:cNvSpPr>
          <p:nvPr/>
        </p:nvSpPr>
        <p:spPr>
          <a:xfrm xmlns:a="http://schemas.openxmlformats.org/drawingml/2006/main">
            <a:off x="3810000" y="4752975"/>
            <a:ext cx="2238375" cy="666750"/>
          </a:xfrm>
          <a:prstGeom xmlns:a="http://schemas.openxmlformats.org/drawingml/2006/main" prst="roundRect">
            <a:avLst>
              <a:gd name="adj" fmla="val 17143"/>
            </a:avLst>
          </a:prstGeom>
          <a:solidFill xmlns:a="http://schemas.openxmlformats.org/drawingml/2006/main">
            <a:srgbClr val="FFEDE8"/>
          </a:solidFill>
          <a:ln xmlns:a="http://schemas.openxmlformats.org/drawingml/2006/main" w="11430">
            <a:solidFill>
              <a:srgbClr val="FF8F7A"/>
            </a:solidFill>
          </a:ln>
        </p:spPr>
        <p:txBody>
          <a:bodyPr xmlns:a="http://schemas.openxmlformats.org/drawingml/2006/main" wrap="square" lIns="114300" tIns="114300" rIns="114300" bIns="114300" anchor="ctr">
            <a:noAutofit/>
          </a:bodyPr>
          <a:lstStyle xmlns:a="http://schemas.openxmlformats.org/drawingml/2006/main">
            <a:defPPr algn="ctr">
              <a:defRPr sz="1650" b="0">
                <a:solidFill>
                  <a:srgbClr val="111738"/>
                </a:solidFill>
                <a:latin typeface="Avenir Next"/>
                <a:ea typeface="Avenir Next"/>
                <a:cs typeface="Avenir Next"/>
              </a:defRPr>
            </a:defPPr>
            <a:lvl1pPr algn="ctr">
              <a:defRPr sz="1650" b="0">
                <a:solidFill>
                  <a:srgbClr val="111738"/>
                </a:solidFill>
                <a:latin typeface="Avenir Next"/>
                <a:ea typeface="Avenir Next"/>
                <a:cs typeface="Avenir Next"/>
              </a:defRPr>
            </a:lvl1pPr>
            <a:lvl2pPr algn="ctr">
              <a:defRPr sz="1650" b="0">
                <a:solidFill>
                  <a:srgbClr val="111738"/>
                </a:solidFill>
                <a:latin typeface="Avenir Next"/>
                <a:ea typeface="Avenir Next"/>
                <a:cs typeface="Avenir Next"/>
              </a:defRPr>
            </a:lvl2pPr>
            <a:lvl3pPr algn="ctr">
              <a:defRPr sz="1650" b="0">
                <a:solidFill>
                  <a:srgbClr val="111738"/>
                </a:solidFill>
                <a:latin typeface="Avenir Next"/>
                <a:ea typeface="Avenir Next"/>
                <a:cs typeface="Avenir Next"/>
              </a:defRPr>
            </a:lvl3pPr>
            <a:lvl4pPr algn="ctr">
              <a:defRPr sz="1650" b="0">
                <a:solidFill>
                  <a:srgbClr val="111738"/>
                </a:solidFill>
                <a:latin typeface="Avenir Next"/>
                <a:ea typeface="Avenir Next"/>
                <a:cs typeface="Avenir Next"/>
              </a:defRPr>
            </a:lvl4pPr>
            <a:lvl5pPr algn="ctr">
              <a:defRPr sz="1650" b="0">
                <a:solidFill>
                  <a:srgbClr val="111738"/>
                </a:solidFill>
                <a:latin typeface="Avenir Next"/>
                <a:ea typeface="Avenir Next"/>
                <a:cs typeface="Avenir Next"/>
              </a:defRPr>
            </a:lvl5pPr>
            <a:lvl6pPr algn="ctr">
              <a:defRPr sz="1650" b="0">
                <a:solidFill>
                  <a:srgbClr val="111738"/>
                </a:solidFill>
                <a:latin typeface="Avenir Next"/>
                <a:ea typeface="Avenir Next"/>
                <a:cs typeface="Avenir Next"/>
              </a:defRPr>
            </a:lvl6pPr>
            <a:lvl7pPr algn="ctr">
              <a:defRPr sz="1650" b="0">
                <a:solidFill>
                  <a:srgbClr val="111738"/>
                </a:solidFill>
                <a:latin typeface="Avenir Next"/>
                <a:ea typeface="Avenir Next"/>
                <a:cs typeface="Avenir Next"/>
              </a:defRPr>
            </a:lvl7pPr>
            <a:lvl8pPr algn="ctr">
              <a:defRPr sz="1650" b="0">
                <a:solidFill>
                  <a:srgbClr val="111738"/>
                </a:solidFill>
                <a:latin typeface="Avenir Next"/>
                <a:ea typeface="Avenir Next"/>
                <a:cs typeface="Avenir Next"/>
              </a:defRPr>
            </a:lvl8pPr>
            <a:lvl9pPr algn="ctr">
              <a:defRPr sz="1650" b="0">
                <a:solidFill>
                  <a:srgbClr val="111738"/>
                </a:solidFill>
                <a:latin typeface="Avenir Next"/>
                <a:ea typeface="Avenir Next"/>
                <a:cs typeface="Avenir Next"/>
              </a:defRPr>
            </a:lvl9pPr>
          </a:lstStyle>
          <a:p xmlns:a="http://schemas.openxmlformats.org/drawingml/2006/main">
            <a:pPr algn="ctr">
              <a:defRPr sz="1650" b="0">
                <a:solidFill>
                  <a:srgbClr val="111738"/>
                </a:solidFill>
                <a:latin typeface="Avenir Next"/>
                <a:ea typeface="Avenir Next"/>
                <a:cs typeface="Avenir Next"/>
              </a:defRPr>
            </a:pPr>
            <a:r>
              <a:rPr sz="1650" b="0">
                <a:solidFill>
                  <a:srgbClr val="111738"/>
                </a:solidFill>
                <a:latin typeface="Avenir Next"/>
                <a:ea typeface="Avenir Next"/>
                <a:cs typeface="Avenir Next"/>
              </a:rPr>
              <a:t>Espace organisateur</a:t>
            </a:r>
          </a:p>
        </p:txBody>
      </p:sp>
      <p:sp>
        <p:nvSpPr>
          <p:cNvPr id="16" name="Créer / modifier&#10;un événement">
            <a:extLst xmlns:a="http://schemas.openxmlformats.org/drawingml/2006/main">
              <a:ext uri="{FF2B5EF4-FFF2-40B4-BE49-F238E27FC236}">
                <a16:creationId xmlns:a16="http://schemas.microsoft.com/office/drawing/2014/main" id="{277698AA-2EF3-4163-B2A1-EA7D7244D3AA}"/>
              </a:ext>
            </a:extLst>
          </p:cNvPr>
          <p:cNvSpPr>
            <a:spLocks xmlns:a="http://schemas.openxmlformats.org/drawingml/2006/main" noGrp="1"/>
          </p:cNvSpPr>
          <p:nvPr/>
        </p:nvSpPr>
        <p:spPr>
          <a:xfrm xmlns:a="http://schemas.openxmlformats.org/drawingml/2006/main">
            <a:off x="714375" y="4705350"/>
            <a:ext cx="2238375" cy="762000"/>
          </a:xfrm>
          <a:prstGeom xmlns:a="http://schemas.openxmlformats.org/drawingml/2006/main" prst="roundRect">
            <a:avLst>
              <a:gd name="adj" fmla="val 15000"/>
            </a:avLst>
          </a:prstGeom>
          <a:solidFill xmlns:a="http://schemas.openxmlformats.org/drawingml/2006/main">
            <a:srgbClr val="FFEDE8"/>
          </a:solidFill>
          <a:ln xmlns:a="http://schemas.openxmlformats.org/drawingml/2006/main" w="11430">
            <a:solidFill>
              <a:srgbClr val="FF8F7A"/>
            </a:solidFill>
          </a:ln>
        </p:spPr>
        <p:txBody>
          <a:bodyPr xmlns:a="http://schemas.openxmlformats.org/drawingml/2006/main" wrap="square" lIns="114300" tIns="114300" rIns="114300" bIns="114300" anchor="ctr">
            <a:noAutofit/>
          </a:bodyPr>
          <a:lstStyle xmlns:a="http://schemas.openxmlformats.org/drawingml/2006/main">
            <a:defPPr algn="ctr">
              <a:defRPr sz="1650" b="0">
                <a:solidFill>
                  <a:srgbClr val="111738"/>
                </a:solidFill>
                <a:latin typeface="Avenir Next"/>
                <a:ea typeface="Avenir Next"/>
                <a:cs typeface="Avenir Next"/>
              </a:defRPr>
            </a:defPPr>
            <a:lvl1pPr algn="ctr">
              <a:defRPr sz="1650" b="0">
                <a:solidFill>
                  <a:srgbClr val="111738"/>
                </a:solidFill>
                <a:latin typeface="Avenir Next"/>
                <a:ea typeface="Avenir Next"/>
                <a:cs typeface="Avenir Next"/>
              </a:defRPr>
            </a:lvl1pPr>
            <a:lvl2pPr algn="ctr">
              <a:defRPr sz="1650" b="0">
                <a:solidFill>
                  <a:srgbClr val="111738"/>
                </a:solidFill>
                <a:latin typeface="Avenir Next"/>
                <a:ea typeface="Avenir Next"/>
                <a:cs typeface="Avenir Next"/>
              </a:defRPr>
            </a:lvl2pPr>
            <a:lvl3pPr algn="ctr">
              <a:defRPr sz="1650" b="0">
                <a:solidFill>
                  <a:srgbClr val="111738"/>
                </a:solidFill>
                <a:latin typeface="Avenir Next"/>
                <a:ea typeface="Avenir Next"/>
                <a:cs typeface="Avenir Next"/>
              </a:defRPr>
            </a:lvl3pPr>
            <a:lvl4pPr algn="ctr">
              <a:defRPr sz="1650" b="0">
                <a:solidFill>
                  <a:srgbClr val="111738"/>
                </a:solidFill>
                <a:latin typeface="Avenir Next"/>
                <a:ea typeface="Avenir Next"/>
                <a:cs typeface="Avenir Next"/>
              </a:defRPr>
            </a:lvl4pPr>
            <a:lvl5pPr algn="ctr">
              <a:defRPr sz="1650" b="0">
                <a:solidFill>
                  <a:srgbClr val="111738"/>
                </a:solidFill>
                <a:latin typeface="Avenir Next"/>
                <a:ea typeface="Avenir Next"/>
                <a:cs typeface="Avenir Next"/>
              </a:defRPr>
            </a:lvl5pPr>
            <a:lvl6pPr algn="ctr">
              <a:defRPr sz="1650" b="0">
                <a:solidFill>
                  <a:srgbClr val="111738"/>
                </a:solidFill>
                <a:latin typeface="Avenir Next"/>
                <a:ea typeface="Avenir Next"/>
                <a:cs typeface="Avenir Next"/>
              </a:defRPr>
            </a:lvl6pPr>
            <a:lvl7pPr algn="ctr">
              <a:defRPr sz="1650" b="0">
                <a:solidFill>
                  <a:srgbClr val="111738"/>
                </a:solidFill>
                <a:latin typeface="Avenir Next"/>
                <a:ea typeface="Avenir Next"/>
                <a:cs typeface="Avenir Next"/>
              </a:defRPr>
            </a:lvl7pPr>
            <a:lvl8pPr algn="ctr">
              <a:defRPr sz="1650" b="0">
                <a:solidFill>
                  <a:srgbClr val="111738"/>
                </a:solidFill>
                <a:latin typeface="Avenir Next"/>
                <a:ea typeface="Avenir Next"/>
                <a:cs typeface="Avenir Next"/>
              </a:defRPr>
            </a:lvl8pPr>
            <a:lvl9pPr algn="ctr">
              <a:defRPr sz="1650" b="0">
                <a:solidFill>
                  <a:srgbClr val="111738"/>
                </a:solidFill>
                <a:latin typeface="Avenir Next"/>
                <a:ea typeface="Avenir Next"/>
                <a:cs typeface="Avenir Next"/>
              </a:defRPr>
            </a:lvl9pPr>
          </a:lstStyle>
          <a:p xmlns:a="http://schemas.openxmlformats.org/drawingml/2006/main">
            <a:pPr algn="ctr">
              <a:defRPr sz="1650" b="0">
                <a:solidFill>
                  <a:srgbClr val="111738"/>
                </a:solidFill>
                <a:latin typeface="Avenir Next"/>
                <a:ea typeface="Avenir Next"/>
                <a:cs typeface="Avenir Next"/>
              </a:defRPr>
            </a:pPr>
            <a:r>
              <a:rPr sz="1650" b="0">
                <a:solidFill>
                  <a:srgbClr val="111738"/>
                </a:solidFill>
                <a:latin typeface="Avenir Next"/>
                <a:ea typeface="Avenir Next"/>
                <a:cs typeface="Avenir Next"/>
              </a:rPr>
              <a:t>Créer / modifier</a:t>
            </a:r>
          </a:p>
          <a:p xmlns:a="http://schemas.openxmlformats.org/drawingml/2006/main">
            <a:pPr algn="ctr">
              <a:defRPr sz="1650" b="0">
                <a:solidFill>
                  <a:srgbClr val="111738"/>
                </a:solidFill>
                <a:latin typeface="Avenir Next"/>
                <a:ea typeface="Avenir Next"/>
                <a:cs typeface="Avenir Next"/>
              </a:defRPr>
            </a:pPr>
            <a:r>
              <a:rPr sz="1650" b="0">
                <a:solidFill>
                  <a:srgbClr val="111738"/>
                </a:solidFill>
                <a:latin typeface="Avenir Next"/>
                <a:ea typeface="Avenir Next"/>
                <a:cs typeface="Avenir Next"/>
              </a:rPr>
              <a:t>un événement</a:t>
            </a:r>
          </a:p>
        </p:txBody>
      </p:sp>
      <p:sp>
        <p:nvSpPr>
          <p:cNvPr id="19" name="Profil">
            <a:extLst xmlns:a="http://schemas.openxmlformats.org/drawingml/2006/main">
              <a:ext uri="{FF2B5EF4-FFF2-40B4-BE49-F238E27FC236}">
                <a16:creationId xmlns:a16="http://schemas.microsoft.com/office/drawing/2014/main" id="{726BBD6F-72B2-4F94-B5F2-D4F38367A25E}"/>
              </a:ext>
            </a:extLst>
          </p:cNvPr>
          <p:cNvSpPr>
            <a:spLocks xmlns:a="http://schemas.openxmlformats.org/drawingml/2006/main" noGrp="1"/>
          </p:cNvSpPr>
          <p:nvPr/>
        </p:nvSpPr>
        <p:spPr>
          <a:xfrm xmlns:a="http://schemas.openxmlformats.org/drawingml/2006/main">
            <a:off x="10001250" y="4752975"/>
            <a:ext cx="1476375" cy="666750"/>
          </a:xfrm>
          <a:prstGeom xmlns:a="http://schemas.openxmlformats.org/drawingml/2006/main" prst="roundRect">
            <a:avLst>
              <a:gd name="adj" fmla="val 17143"/>
            </a:avLst>
          </a:prstGeom>
          <a:solidFill xmlns:a="http://schemas.openxmlformats.org/drawingml/2006/main">
            <a:srgbClr val="F1EBFF"/>
          </a:solidFill>
          <a:ln xmlns:a="http://schemas.openxmlformats.org/drawingml/2006/main" w="11430">
            <a:solidFill>
              <a:srgbClr val="8B62F4"/>
            </a:solidFill>
          </a:ln>
        </p:spPr>
        <p:txBody>
          <a:bodyPr xmlns:a="http://schemas.openxmlformats.org/drawingml/2006/main" wrap="square" lIns="114300" tIns="114300" rIns="114300" bIns="114300" anchor="ctr">
            <a:noAutofit/>
          </a:bodyPr>
          <a:lstStyle xmlns:a="http://schemas.openxmlformats.org/drawingml/2006/main">
            <a:defPPr algn="ctr">
              <a:defRPr sz="1800" b="0">
                <a:solidFill>
                  <a:srgbClr val="111738"/>
                </a:solidFill>
                <a:latin typeface="Avenir Next"/>
                <a:ea typeface="Avenir Next"/>
                <a:cs typeface="Avenir Next"/>
              </a:defRPr>
            </a:defPPr>
            <a:lvl1pPr algn="ctr">
              <a:defRPr sz="1800" b="0">
                <a:solidFill>
                  <a:srgbClr val="111738"/>
                </a:solidFill>
                <a:latin typeface="Avenir Next"/>
                <a:ea typeface="Avenir Next"/>
                <a:cs typeface="Avenir Next"/>
              </a:defRPr>
            </a:lvl1pPr>
            <a:lvl2pPr algn="ctr">
              <a:defRPr sz="1800" b="0">
                <a:solidFill>
                  <a:srgbClr val="111738"/>
                </a:solidFill>
                <a:latin typeface="Avenir Next"/>
                <a:ea typeface="Avenir Next"/>
                <a:cs typeface="Avenir Next"/>
              </a:defRPr>
            </a:lvl2pPr>
            <a:lvl3pPr algn="ctr">
              <a:defRPr sz="1800" b="0">
                <a:solidFill>
                  <a:srgbClr val="111738"/>
                </a:solidFill>
                <a:latin typeface="Avenir Next"/>
                <a:ea typeface="Avenir Next"/>
                <a:cs typeface="Avenir Next"/>
              </a:defRPr>
            </a:lvl3pPr>
            <a:lvl4pPr algn="ctr">
              <a:defRPr sz="1800" b="0">
                <a:solidFill>
                  <a:srgbClr val="111738"/>
                </a:solidFill>
                <a:latin typeface="Avenir Next"/>
                <a:ea typeface="Avenir Next"/>
                <a:cs typeface="Avenir Next"/>
              </a:defRPr>
            </a:lvl4pPr>
            <a:lvl5pPr algn="ctr">
              <a:defRPr sz="1800" b="0">
                <a:solidFill>
                  <a:srgbClr val="111738"/>
                </a:solidFill>
                <a:latin typeface="Avenir Next"/>
                <a:ea typeface="Avenir Next"/>
                <a:cs typeface="Avenir Next"/>
              </a:defRPr>
            </a:lvl5pPr>
            <a:lvl6pPr algn="ctr">
              <a:defRPr sz="1800" b="0">
                <a:solidFill>
                  <a:srgbClr val="111738"/>
                </a:solidFill>
                <a:latin typeface="Avenir Next"/>
                <a:ea typeface="Avenir Next"/>
                <a:cs typeface="Avenir Next"/>
              </a:defRPr>
            </a:lvl6pPr>
            <a:lvl7pPr algn="ctr">
              <a:defRPr sz="1800" b="0">
                <a:solidFill>
                  <a:srgbClr val="111738"/>
                </a:solidFill>
                <a:latin typeface="Avenir Next"/>
                <a:ea typeface="Avenir Next"/>
                <a:cs typeface="Avenir Next"/>
              </a:defRPr>
            </a:lvl7pPr>
            <a:lvl8pPr algn="ctr">
              <a:defRPr sz="1800" b="0">
                <a:solidFill>
                  <a:srgbClr val="111738"/>
                </a:solidFill>
                <a:latin typeface="Avenir Next"/>
                <a:ea typeface="Avenir Next"/>
                <a:cs typeface="Avenir Next"/>
              </a:defRPr>
            </a:lvl8pPr>
            <a:lvl9pPr algn="ctr">
              <a:defRPr sz="1800" b="0">
                <a:solidFill>
                  <a:srgbClr val="111738"/>
                </a:solidFill>
                <a:latin typeface="Avenir Next"/>
                <a:ea typeface="Avenir Next"/>
                <a:cs typeface="Avenir Next"/>
              </a:defRPr>
            </a:lvl9pPr>
          </a:lstStyle>
          <a:p xmlns:a="http://schemas.openxmlformats.org/drawingml/2006/main">
            <a:pPr algn="ctr">
              <a:defRPr sz="1800" b="0">
                <a:solidFill>
                  <a:srgbClr val="111738"/>
                </a:solidFill>
                <a:latin typeface="Avenir Next"/>
                <a:ea typeface="Avenir Next"/>
                <a:cs typeface="Avenir Next"/>
              </a:defRPr>
            </a:pPr>
            <a:r>
              <a:rPr sz="1800" b="0">
                <a:solidFill>
                  <a:srgbClr val="111738"/>
                </a:solidFill>
                <a:latin typeface="Avenir Next"/>
                <a:ea typeface="Avenir Next"/>
                <a:cs typeface="Avenir Next"/>
              </a:rPr>
              <a:t>Profil</a:t>
            </a:r>
          </a:p>
        </p:txBody>
      </p:sp>
      <p:sp>
        <p:nvSpPr>
          <p:cNvPr id="21" name="Accès permanent">
            <a:extLst xmlns:a="http://schemas.openxmlformats.org/drawingml/2006/main">
              <a:ext uri="{FF2B5EF4-FFF2-40B4-BE49-F238E27FC236}">
                <a16:creationId xmlns:a16="http://schemas.microsoft.com/office/drawing/2014/main" id="{A2281B39-E683-4F3B-A4B0-04C3B6244B60}"/>
              </a:ext>
            </a:extLst>
          </p:cNvPr>
          <p:cNvSpPr>
            <a:spLocks xmlns:a="http://schemas.openxmlformats.org/drawingml/2006/main" noGrp="1"/>
          </p:cNvSpPr>
          <p:nvPr/>
        </p:nvSpPr>
        <p:spPr>
          <a:xfrm xmlns:a="http://schemas.openxmlformats.org/drawingml/2006/main">
            <a:off x="714375" y="3048000"/>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11738"/>
                </a:solidFill>
                <a:latin typeface="Avenir Next"/>
                <a:ea typeface="Avenir Next"/>
                <a:cs typeface="Avenir Next"/>
              </a:defRPr>
            </a:defPPr>
            <a:lvl1pPr algn="l">
              <a:defRPr sz="1725" b="1">
                <a:solidFill>
                  <a:srgbClr val="111738"/>
                </a:solidFill>
                <a:latin typeface="Avenir Next"/>
                <a:ea typeface="Avenir Next"/>
                <a:cs typeface="Avenir Next"/>
              </a:defRPr>
            </a:lvl1pPr>
            <a:lvl2pPr algn="l">
              <a:defRPr sz="1725" b="1">
                <a:solidFill>
                  <a:srgbClr val="111738"/>
                </a:solidFill>
                <a:latin typeface="Avenir Next"/>
                <a:ea typeface="Avenir Next"/>
                <a:cs typeface="Avenir Next"/>
              </a:defRPr>
            </a:lvl2pPr>
            <a:lvl3pPr algn="l">
              <a:defRPr sz="1725" b="1">
                <a:solidFill>
                  <a:srgbClr val="111738"/>
                </a:solidFill>
                <a:latin typeface="Avenir Next"/>
                <a:ea typeface="Avenir Next"/>
                <a:cs typeface="Avenir Next"/>
              </a:defRPr>
            </a:lvl3pPr>
            <a:lvl4pPr algn="l">
              <a:defRPr sz="1725" b="1">
                <a:solidFill>
                  <a:srgbClr val="111738"/>
                </a:solidFill>
                <a:latin typeface="Avenir Next"/>
                <a:ea typeface="Avenir Next"/>
                <a:cs typeface="Avenir Next"/>
              </a:defRPr>
            </a:lvl4pPr>
            <a:lvl5pPr algn="l">
              <a:defRPr sz="1725" b="1">
                <a:solidFill>
                  <a:srgbClr val="111738"/>
                </a:solidFill>
                <a:latin typeface="Avenir Next"/>
                <a:ea typeface="Avenir Next"/>
                <a:cs typeface="Avenir Next"/>
              </a:defRPr>
            </a:lvl5pPr>
            <a:lvl6pPr algn="l">
              <a:defRPr sz="1725" b="1">
                <a:solidFill>
                  <a:srgbClr val="111738"/>
                </a:solidFill>
                <a:latin typeface="Avenir Next"/>
                <a:ea typeface="Avenir Next"/>
                <a:cs typeface="Avenir Next"/>
              </a:defRPr>
            </a:lvl6pPr>
            <a:lvl7pPr algn="l">
              <a:defRPr sz="1725" b="1">
                <a:solidFill>
                  <a:srgbClr val="111738"/>
                </a:solidFill>
                <a:latin typeface="Avenir Next"/>
                <a:ea typeface="Avenir Next"/>
                <a:cs typeface="Avenir Next"/>
              </a:defRPr>
            </a:lvl7pPr>
            <a:lvl8pPr algn="l">
              <a:defRPr sz="1725" b="1">
                <a:solidFill>
                  <a:srgbClr val="111738"/>
                </a:solidFill>
                <a:latin typeface="Avenir Next"/>
                <a:ea typeface="Avenir Next"/>
                <a:cs typeface="Avenir Next"/>
              </a:defRPr>
            </a:lvl8pPr>
            <a:lvl9pPr algn="l">
              <a:defRPr sz="1725" b="1">
                <a:solidFill>
                  <a:srgbClr val="111738"/>
                </a:solidFill>
                <a:latin typeface="Avenir Next"/>
                <a:ea typeface="Avenir Next"/>
                <a:cs typeface="Avenir Next"/>
              </a:defRPr>
            </a:lvl9pPr>
          </a:lstStyle>
          <a:p xmlns:a="http://schemas.openxmlformats.org/drawingml/2006/main">
            <a:pPr algn="l">
              <a:defRPr sz="1725" b="1">
                <a:solidFill>
                  <a:srgbClr val="111738"/>
                </a:solidFill>
                <a:latin typeface="Avenir Next"/>
                <a:ea typeface="Avenir Next"/>
                <a:cs typeface="Avenir Next"/>
              </a:defRPr>
            </a:pPr>
            <a:r>
              <a:rPr sz="1725" b="1">
                <a:solidFill>
                  <a:srgbClr val="111738"/>
                </a:solidFill>
                <a:latin typeface="Avenir Next"/>
                <a:ea typeface="Avenir Next"/>
                <a:cs typeface="Avenir Next"/>
              </a:rPr>
              <a:t>Accès permanent</a:t>
            </a:r>
          </a:p>
        </p:txBody>
      </p:sp>
      <p:sp>
        <p:nvSpPr>
          <p:cNvPr id="22" name="À propos, FAQ, contact,&#10;CGU et mentions lé">
            <a:extLst xmlns:a="http://schemas.openxmlformats.org/drawingml/2006/main">
              <a:ext uri="{FF2B5EF4-FFF2-40B4-BE49-F238E27FC236}">
                <a16:creationId xmlns:a16="http://schemas.microsoft.com/office/drawing/2014/main" id="{08D07170-ED2F-4664-A040-BEFF194DD3AE}"/>
              </a:ext>
            </a:extLst>
          </p:cNvPr>
          <p:cNvSpPr>
            <a:spLocks xmlns:a="http://schemas.openxmlformats.org/drawingml/2006/main" noGrp="1"/>
          </p:cNvSpPr>
          <p:nvPr/>
        </p:nvSpPr>
        <p:spPr>
          <a:xfrm xmlns:a="http://schemas.openxmlformats.org/drawingml/2006/main">
            <a:off x="714375" y="3486150"/>
            <a:ext cx="4953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454A66"/>
                </a:solidFill>
                <a:latin typeface="Avenir Next"/>
                <a:ea typeface="Avenir Next"/>
                <a:cs typeface="Avenir Next"/>
              </a:defRPr>
            </a:defPPr>
            <a:lvl1pPr algn="l">
              <a:defRPr sz="1875" b="0">
                <a:solidFill>
                  <a:srgbClr val="454A66"/>
                </a:solidFill>
                <a:latin typeface="Avenir Next"/>
                <a:ea typeface="Avenir Next"/>
                <a:cs typeface="Avenir Next"/>
              </a:defRPr>
            </a:lvl1pPr>
            <a:lvl2pPr algn="l">
              <a:defRPr sz="1875" b="0">
                <a:solidFill>
                  <a:srgbClr val="454A66"/>
                </a:solidFill>
                <a:latin typeface="Avenir Next"/>
                <a:ea typeface="Avenir Next"/>
                <a:cs typeface="Avenir Next"/>
              </a:defRPr>
            </a:lvl2pPr>
            <a:lvl3pPr algn="l">
              <a:defRPr sz="1875" b="0">
                <a:solidFill>
                  <a:srgbClr val="454A66"/>
                </a:solidFill>
                <a:latin typeface="Avenir Next"/>
                <a:ea typeface="Avenir Next"/>
                <a:cs typeface="Avenir Next"/>
              </a:defRPr>
            </a:lvl3pPr>
            <a:lvl4pPr algn="l">
              <a:defRPr sz="1875" b="0">
                <a:solidFill>
                  <a:srgbClr val="454A66"/>
                </a:solidFill>
                <a:latin typeface="Avenir Next"/>
                <a:ea typeface="Avenir Next"/>
                <a:cs typeface="Avenir Next"/>
              </a:defRPr>
            </a:lvl4pPr>
            <a:lvl5pPr algn="l">
              <a:defRPr sz="1875" b="0">
                <a:solidFill>
                  <a:srgbClr val="454A66"/>
                </a:solidFill>
                <a:latin typeface="Avenir Next"/>
                <a:ea typeface="Avenir Next"/>
                <a:cs typeface="Avenir Next"/>
              </a:defRPr>
            </a:lvl5pPr>
            <a:lvl6pPr algn="l">
              <a:defRPr sz="1875" b="0">
                <a:solidFill>
                  <a:srgbClr val="454A66"/>
                </a:solidFill>
                <a:latin typeface="Avenir Next"/>
                <a:ea typeface="Avenir Next"/>
                <a:cs typeface="Avenir Next"/>
              </a:defRPr>
            </a:lvl6pPr>
            <a:lvl7pPr algn="l">
              <a:defRPr sz="1875" b="0">
                <a:solidFill>
                  <a:srgbClr val="454A66"/>
                </a:solidFill>
                <a:latin typeface="Avenir Next"/>
                <a:ea typeface="Avenir Next"/>
                <a:cs typeface="Avenir Next"/>
              </a:defRPr>
            </a:lvl7pPr>
            <a:lvl8pPr algn="l">
              <a:defRPr sz="1875" b="0">
                <a:solidFill>
                  <a:srgbClr val="454A66"/>
                </a:solidFill>
                <a:latin typeface="Avenir Next"/>
                <a:ea typeface="Avenir Next"/>
                <a:cs typeface="Avenir Next"/>
              </a:defRPr>
            </a:lvl8pPr>
            <a:lvl9pPr algn="l">
              <a:defRPr sz="1875" b="0">
                <a:solidFill>
                  <a:srgbClr val="454A66"/>
                </a:solidFill>
                <a:latin typeface="Avenir Next"/>
                <a:ea typeface="Avenir Next"/>
                <a:cs typeface="Avenir Next"/>
              </a:defRPr>
            </a:lvl9pPr>
          </a:lstStyle>
          <a:p xmlns:a="http://schemas.openxmlformats.org/drawingml/2006/main">
            <a:pPr algn="l">
              <a:defRPr sz="1875" b="0">
                <a:solidFill>
                  <a:srgbClr val="454A66"/>
                </a:solidFill>
                <a:latin typeface="Avenir Next"/>
                <a:ea typeface="Avenir Next"/>
                <a:cs typeface="Avenir Next"/>
              </a:defRPr>
            </a:pPr>
            <a:r>
              <a:rPr sz="1875" b="0">
                <a:solidFill>
                  <a:srgbClr val="454A66"/>
                </a:solidFill>
                <a:latin typeface="Avenir Next"/>
                <a:ea typeface="Avenir Next"/>
                <a:cs typeface="Avenir Next"/>
              </a:rPr>
              <a:t>À propos, FAQ, contact,</a:t>
            </a:r>
          </a:p>
          <a:p xmlns:a="http://schemas.openxmlformats.org/drawingml/2006/main">
            <a:pPr algn="l">
              <a:defRPr sz="1875" b="0">
                <a:solidFill>
                  <a:srgbClr val="454A66"/>
                </a:solidFill>
                <a:latin typeface="Avenir Next"/>
                <a:ea typeface="Avenir Next"/>
                <a:cs typeface="Avenir Next"/>
              </a:defRPr>
            </a:pPr>
            <a:r>
              <a:rPr sz="1875" b="0">
                <a:solidFill>
                  <a:srgbClr val="454A66"/>
                </a:solidFill>
                <a:latin typeface="Avenir Next"/>
                <a:ea typeface="Avenir Next"/>
                <a:cs typeface="Avenir Next"/>
              </a:rPr>
              <a:t>CGU et mentions légales</a:t>
            </a:r>
          </a:p>
        </p:txBody>
      </p:sp>
      <p:sp>
        <p:nvSpPr>
          <p:cNvPr id="23" name="Assistant : accès depuis le catalogue et l">
            <a:extLst xmlns:a="http://schemas.openxmlformats.org/drawingml/2006/main">
              <a:ext uri="{FF2B5EF4-FFF2-40B4-BE49-F238E27FC236}">
                <a16:creationId xmlns:a16="http://schemas.microsoft.com/office/drawing/2014/main" id="{0D6C5BA6-63C9-4C24-970A-20C40A42D2A9}"/>
              </a:ext>
            </a:extLst>
          </p:cNvPr>
          <p:cNvSpPr>
            <a:spLocks xmlns:a="http://schemas.openxmlformats.org/drawingml/2006/main" noGrp="1"/>
          </p:cNvSpPr>
          <p:nvPr/>
        </p:nvSpPr>
        <p:spPr>
          <a:xfrm xmlns:a="http://schemas.openxmlformats.org/drawingml/2006/main">
            <a:off x="714375" y="585787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0">
                <a:solidFill>
                  <a:srgbClr val="454A66"/>
                </a:solidFill>
                <a:latin typeface="Avenir Next"/>
                <a:ea typeface="Avenir Next"/>
                <a:cs typeface="Avenir Next"/>
              </a:defRPr>
            </a:defPPr>
            <a:lvl1pPr algn="l">
              <a:defRPr sz="1425" b="0">
                <a:solidFill>
                  <a:srgbClr val="454A66"/>
                </a:solidFill>
                <a:latin typeface="Avenir Next"/>
                <a:ea typeface="Avenir Next"/>
                <a:cs typeface="Avenir Next"/>
              </a:defRPr>
            </a:lvl1pPr>
            <a:lvl2pPr algn="l">
              <a:defRPr sz="1425" b="0">
                <a:solidFill>
                  <a:srgbClr val="454A66"/>
                </a:solidFill>
                <a:latin typeface="Avenir Next"/>
                <a:ea typeface="Avenir Next"/>
                <a:cs typeface="Avenir Next"/>
              </a:defRPr>
            </a:lvl2pPr>
            <a:lvl3pPr algn="l">
              <a:defRPr sz="1425" b="0">
                <a:solidFill>
                  <a:srgbClr val="454A66"/>
                </a:solidFill>
                <a:latin typeface="Avenir Next"/>
                <a:ea typeface="Avenir Next"/>
                <a:cs typeface="Avenir Next"/>
              </a:defRPr>
            </a:lvl3pPr>
            <a:lvl4pPr algn="l">
              <a:defRPr sz="1425" b="0">
                <a:solidFill>
                  <a:srgbClr val="454A66"/>
                </a:solidFill>
                <a:latin typeface="Avenir Next"/>
                <a:ea typeface="Avenir Next"/>
                <a:cs typeface="Avenir Next"/>
              </a:defRPr>
            </a:lvl4pPr>
            <a:lvl5pPr algn="l">
              <a:defRPr sz="1425" b="0">
                <a:solidFill>
                  <a:srgbClr val="454A66"/>
                </a:solidFill>
                <a:latin typeface="Avenir Next"/>
                <a:ea typeface="Avenir Next"/>
                <a:cs typeface="Avenir Next"/>
              </a:defRPr>
            </a:lvl5pPr>
            <a:lvl6pPr algn="l">
              <a:defRPr sz="1425" b="0">
                <a:solidFill>
                  <a:srgbClr val="454A66"/>
                </a:solidFill>
                <a:latin typeface="Avenir Next"/>
                <a:ea typeface="Avenir Next"/>
                <a:cs typeface="Avenir Next"/>
              </a:defRPr>
            </a:lvl6pPr>
            <a:lvl7pPr algn="l">
              <a:defRPr sz="1425" b="0">
                <a:solidFill>
                  <a:srgbClr val="454A66"/>
                </a:solidFill>
                <a:latin typeface="Avenir Next"/>
                <a:ea typeface="Avenir Next"/>
                <a:cs typeface="Avenir Next"/>
              </a:defRPr>
            </a:lvl7pPr>
            <a:lvl8pPr algn="l">
              <a:defRPr sz="1425" b="0">
                <a:solidFill>
                  <a:srgbClr val="454A66"/>
                </a:solidFill>
                <a:latin typeface="Avenir Next"/>
                <a:ea typeface="Avenir Next"/>
                <a:cs typeface="Avenir Next"/>
              </a:defRPr>
            </a:lvl8pPr>
            <a:lvl9pPr algn="l">
              <a:defRPr sz="1425" b="0">
                <a:solidFill>
                  <a:srgbClr val="454A66"/>
                </a:solidFill>
                <a:latin typeface="Avenir Next"/>
                <a:ea typeface="Avenir Next"/>
                <a:cs typeface="Avenir Next"/>
              </a:defRPr>
            </a:lvl9pPr>
          </a:lstStyle>
          <a:p xmlns:a="http://schemas.openxmlformats.org/drawingml/2006/main">
            <a:pPr algn="l">
              <a:defRPr sz="1425" b="0">
                <a:solidFill>
                  <a:srgbClr val="454A66"/>
                </a:solidFill>
                <a:latin typeface="Avenir Next"/>
                <a:ea typeface="Avenir Next"/>
                <a:cs typeface="Avenir Next"/>
              </a:defRPr>
            </a:pPr>
            <a:r>
              <a:rPr sz="1425" b="0">
                <a:solidFill>
                  <a:srgbClr val="454A66"/>
                </a:solidFill>
                <a:latin typeface="Avenir Next"/>
                <a:ea typeface="Avenir Next"/>
                <a:cs typeface="Avenir Next"/>
              </a:rPr>
              <a:t>Assistant : accès depuis le catalogue et l’espace personnel, profil facultatif</a:t>
            </a:r>
          </a:p>
        </p:txBody>
      </p:sp>
    </p:spTree>
    <p:extLst>
      <p:ext uri="{BB962C8B-B14F-4D97-AF65-F5344CB8AC3E}">
        <p14:creationId xmlns:p14="http://schemas.microsoft.com/office/powerpoint/2010/main" val="107611352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Maquette de la page d’accueil">
            <a:extLst xmlns:a="http://schemas.openxmlformats.org/drawingml/2006/main">
              <a:ext uri="{FF2B5EF4-FFF2-40B4-BE49-F238E27FC236}">
                <a16:creationId xmlns:a16="http://schemas.microsoft.com/office/drawing/2014/main" id="{9B746F27-DFE7-4F96-B1CE-B2D872804108}"/>
              </a:ext>
            </a:extLst>
          </p:cNvPr>
          <p:cNvSpPr>
            <a:spLocks xmlns:a="http://schemas.openxmlformats.org/drawingml/2006/main" noGrp="1"/>
          </p:cNvSpPr>
          <p:nvPr/>
        </p:nvSpPr>
        <p:spPr>
          <a:xfrm xmlns:a="http://schemas.openxmlformats.org/drawingml/2006/main">
            <a:off x="609600" y="42862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1738"/>
                </a:solidFill>
                <a:latin typeface="Avenir Next"/>
                <a:ea typeface="Avenir Next"/>
                <a:cs typeface="Avenir Next"/>
              </a:defRPr>
            </a:defPPr>
            <a:lvl1pPr algn="l">
              <a:defRPr sz="3300" b="1">
                <a:solidFill>
                  <a:srgbClr val="111738"/>
                </a:solidFill>
                <a:latin typeface="Avenir Next"/>
                <a:ea typeface="Avenir Next"/>
                <a:cs typeface="Avenir Next"/>
              </a:defRPr>
            </a:lvl1pPr>
            <a:lvl2pPr algn="l">
              <a:defRPr sz="3300" b="1">
                <a:solidFill>
                  <a:srgbClr val="111738"/>
                </a:solidFill>
                <a:latin typeface="Avenir Next"/>
                <a:ea typeface="Avenir Next"/>
                <a:cs typeface="Avenir Next"/>
              </a:defRPr>
            </a:lvl2pPr>
            <a:lvl3pPr algn="l">
              <a:defRPr sz="3300" b="1">
                <a:solidFill>
                  <a:srgbClr val="111738"/>
                </a:solidFill>
                <a:latin typeface="Avenir Next"/>
                <a:ea typeface="Avenir Next"/>
                <a:cs typeface="Avenir Next"/>
              </a:defRPr>
            </a:lvl3pPr>
            <a:lvl4pPr algn="l">
              <a:defRPr sz="3300" b="1">
                <a:solidFill>
                  <a:srgbClr val="111738"/>
                </a:solidFill>
                <a:latin typeface="Avenir Next"/>
                <a:ea typeface="Avenir Next"/>
                <a:cs typeface="Avenir Next"/>
              </a:defRPr>
            </a:lvl4pPr>
            <a:lvl5pPr algn="l">
              <a:defRPr sz="3300" b="1">
                <a:solidFill>
                  <a:srgbClr val="111738"/>
                </a:solidFill>
                <a:latin typeface="Avenir Next"/>
                <a:ea typeface="Avenir Next"/>
                <a:cs typeface="Avenir Next"/>
              </a:defRPr>
            </a:lvl5pPr>
            <a:lvl6pPr algn="l">
              <a:defRPr sz="3300" b="1">
                <a:solidFill>
                  <a:srgbClr val="111738"/>
                </a:solidFill>
                <a:latin typeface="Avenir Next"/>
                <a:ea typeface="Avenir Next"/>
                <a:cs typeface="Avenir Next"/>
              </a:defRPr>
            </a:lvl6pPr>
            <a:lvl7pPr algn="l">
              <a:defRPr sz="3300" b="1">
                <a:solidFill>
                  <a:srgbClr val="111738"/>
                </a:solidFill>
                <a:latin typeface="Avenir Next"/>
                <a:ea typeface="Avenir Next"/>
                <a:cs typeface="Avenir Next"/>
              </a:defRPr>
            </a:lvl7pPr>
            <a:lvl8pPr algn="l">
              <a:defRPr sz="3300" b="1">
                <a:solidFill>
                  <a:srgbClr val="111738"/>
                </a:solidFill>
                <a:latin typeface="Avenir Next"/>
                <a:ea typeface="Avenir Next"/>
                <a:cs typeface="Avenir Next"/>
              </a:defRPr>
            </a:lvl8pPr>
            <a:lvl9pPr algn="l">
              <a:defRPr sz="3300" b="1">
                <a:solidFill>
                  <a:srgbClr val="111738"/>
                </a:solidFill>
                <a:latin typeface="Avenir Next"/>
                <a:ea typeface="Avenir Next"/>
                <a:cs typeface="Avenir Next"/>
              </a:defRPr>
            </a:lvl9pPr>
          </a:lstStyle>
          <a:p xmlns:a="http://schemas.openxmlformats.org/drawingml/2006/main">
            <a:pPr algn="l">
              <a:defRPr sz="3300" b="1">
                <a:solidFill>
                  <a:srgbClr val="111738"/>
                </a:solidFill>
                <a:latin typeface="Avenir Next"/>
                <a:ea typeface="Avenir Next"/>
                <a:cs typeface="Avenir Next"/>
              </a:defRPr>
            </a:pPr>
            <a:r>
              <a:rPr sz="3300" b="1">
                <a:solidFill>
                  <a:srgbClr val="111738"/>
                </a:solidFill>
                <a:latin typeface="Avenir Next"/>
                <a:ea typeface="Avenir Next"/>
                <a:cs typeface="Avenir Next"/>
              </a:rPr>
              <a:t>Maquette de la page d’accueil</a:t>
            </a:r>
          </a:p>
        </p:txBody>
      </p:sp>
      <p:sp>
        <p:nvSpPr>
          <p:cNvPr id="2" name="Recomposition du HTML existant, avec les t">
            <a:extLst xmlns:a="http://schemas.openxmlformats.org/drawingml/2006/main">
              <a:ext uri="{FF2B5EF4-FFF2-40B4-BE49-F238E27FC236}">
                <a16:creationId xmlns:a16="http://schemas.microsoft.com/office/drawing/2014/main" id="{8C7B0C45-8135-407E-AA40-8D6581EAD940}"/>
              </a:ext>
            </a:extLst>
          </p:cNvPr>
          <p:cNvSpPr>
            <a:spLocks xmlns:a="http://schemas.openxmlformats.org/drawingml/2006/main" noGrp="1"/>
          </p:cNvSpPr>
          <p:nvPr/>
        </p:nvSpPr>
        <p:spPr>
          <a:xfrm xmlns:a="http://schemas.openxmlformats.org/drawingml/2006/main">
            <a:off x="609600" y="1190625"/>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454A66"/>
                </a:solidFill>
                <a:latin typeface="Avenir Next"/>
                <a:ea typeface="Avenir Next"/>
                <a:cs typeface="Avenir Next"/>
              </a:defRPr>
            </a:defPPr>
            <a:lvl1pPr algn="l">
              <a:defRPr sz="1725" b="0">
                <a:solidFill>
                  <a:srgbClr val="454A66"/>
                </a:solidFill>
                <a:latin typeface="Avenir Next"/>
                <a:ea typeface="Avenir Next"/>
                <a:cs typeface="Avenir Next"/>
              </a:defRPr>
            </a:lvl1pPr>
            <a:lvl2pPr algn="l">
              <a:defRPr sz="1725" b="0">
                <a:solidFill>
                  <a:srgbClr val="454A66"/>
                </a:solidFill>
                <a:latin typeface="Avenir Next"/>
                <a:ea typeface="Avenir Next"/>
                <a:cs typeface="Avenir Next"/>
              </a:defRPr>
            </a:lvl2pPr>
            <a:lvl3pPr algn="l">
              <a:defRPr sz="1725" b="0">
                <a:solidFill>
                  <a:srgbClr val="454A66"/>
                </a:solidFill>
                <a:latin typeface="Avenir Next"/>
                <a:ea typeface="Avenir Next"/>
                <a:cs typeface="Avenir Next"/>
              </a:defRPr>
            </a:lvl3pPr>
            <a:lvl4pPr algn="l">
              <a:defRPr sz="1725" b="0">
                <a:solidFill>
                  <a:srgbClr val="454A66"/>
                </a:solidFill>
                <a:latin typeface="Avenir Next"/>
                <a:ea typeface="Avenir Next"/>
                <a:cs typeface="Avenir Next"/>
              </a:defRPr>
            </a:lvl4pPr>
            <a:lvl5pPr algn="l">
              <a:defRPr sz="1725" b="0">
                <a:solidFill>
                  <a:srgbClr val="454A66"/>
                </a:solidFill>
                <a:latin typeface="Avenir Next"/>
                <a:ea typeface="Avenir Next"/>
                <a:cs typeface="Avenir Next"/>
              </a:defRPr>
            </a:lvl5pPr>
            <a:lvl6pPr algn="l">
              <a:defRPr sz="1725" b="0">
                <a:solidFill>
                  <a:srgbClr val="454A66"/>
                </a:solidFill>
                <a:latin typeface="Avenir Next"/>
                <a:ea typeface="Avenir Next"/>
                <a:cs typeface="Avenir Next"/>
              </a:defRPr>
            </a:lvl6pPr>
            <a:lvl7pPr algn="l">
              <a:defRPr sz="1725" b="0">
                <a:solidFill>
                  <a:srgbClr val="454A66"/>
                </a:solidFill>
                <a:latin typeface="Avenir Next"/>
                <a:ea typeface="Avenir Next"/>
                <a:cs typeface="Avenir Next"/>
              </a:defRPr>
            </a:lvl7pPr>
            <a:lvl8pPr algn="l">
              <a:defRPr sz="1725" b="0">
                <a:solidFill>
                  <a:srgbClr val="454A66"/>
                </a:solidFill>
                <a:latin typeface="Avenir Next"/>
                <a:ea typeface="Avenir Next"/>
                <a:cs typeface="Avenir Next"/>
              </a:defRPr>
            </a:lvl8pPr>
            <a:lvl9pPr algn="l">
              <a:defRPr sz="1725" b="0">
                <a:solidFill>
                  <a:srgbClr val="454A66"/>
                </a:solidFill>
                <a:latin typeface="Avenir Next"/>
                <a:ea typeface="Avenir Next"/>
                <a:cs typeface="Avenir Next"/>
              </a:defRPr>
            </a:lvl9pPr>
          </a:lstStyle>
          <a:p xmlns:a="http://schemas.openxmlformats.org/drawingml/2006/main">
            <a:pPr algn="l">
              <a:defRPr sz="1725" b="0">
                <a:solidFill>
                  <a:srgbClr val="454A66"/>
                </a:solidFill>
                <a:latin typeface="Avenir Next"/>
                <a:ea typeface="Avenir Next"/>
                <a:cs typeface="Avenir Next"/>
              </a:defRPr>
            </a:pPr>
            <a:r>
              <a:rPr sz="1725" b="0">
                <a:solidFill>
                  <a:srgbClr val="454A66"/>
                </a:solidFill>
                <a:latin typeface="Avenir Next"/>
                <a:ea typeface="Avenir Next"/>
                <a:cs typeface="Avenir Next"/>
              </a:rPr>
              <a:t>Recomposition du HTML existant, avec les textes actuels en anglais</a:t>
            </a:r>
          </a:p>
        </p:txBody>
      </p:sp>
      <p:sp>
        <p:nvSpPr>
          <p:cNvPr id="3" name="G1D Lab  /  APP ISEP">
            <a:extLst xmlns:a="http://schemas.openxmlformats.org/drawingml/2006/main">
              <a:ext uri="{FF2B5EF4-FFF2-40B4-BE49-F238E27FC236}">
                <a16:creationId xmlns:a16="http://schemas.microsoft.com/office/drawing/2014/main" id="{775A102B-8E35-4ADF-B27C-447960E81EA8}"/>
              </a:ext>
            </a:extLst>
          </p:cNvPr>
          <p:cNvSpPr>
            <a:spLocks xmlns:a="http://schemas.openxmlformats.org/drawingml/2006/main" noGrp="1"/>
          </p:cNvSpPr>
          <p:nvPr/>
        </p:nvSpPr>
        <p:spPr>
          <a:xfrm xmlns:a="http://schemas.openxmlformats.org/drawingml/2006/main">
            <a:off x="609600" y="6448425"/>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454A66"/>
                </a:solidFill>
                <a:latin typeface="Avenir Next"/>
                <a:ea typeface="Avenir Next"/>
                <a:cs typeface="Avenir Next"/>
              </a:defRPr>
            </a:defPPr>
            <a:lvl1pPr algn="l">
              <a:defRPr sz="1125" b="0">
                <a:solidFill>
                  <a:srgbClr val="454A66"/>
                </a:solidFill>
                <a:latin typeface="Avenir Next"/>
                <a:ea typeface="Avenir Next"/>
                <a:cs typeface="Avenir Next"/>
              </a:defRPr>
            </a:lvl1pPr>
            <a:lvl2pPr algn="l">
              <a:defRPr sz="1125" b="0">
                <a:solidFill>
                  <a:srgbClr val="454A66"/>
                </a:solidFill>
                <a:latin typeface="Avenir Next"/>
                <a:ea typeface="Avenir Next"/>
                <a:cs typeface="Avenir Next"/>
              </a:defRPr>
            </a:lvl2pPr>
            <a:lvl3pPr algn="l">
              <a:defRPr sz="1125" b="0">
                <a:solidFill>
                  <a:srgbClr val="454A66"/>
                </a:solidFill>
                <a:latin typeface="Avenir Next"/>
                <a:ea typeface="Avenir Next"/>
                <a:cs typeface="Avenir Next"/>
              </a:defRPr>
            </a:lvl3pPr>
            <a:lvl4pPr algn="l">
              <a:defRPr sz="1125" b="0">
                <a:solidFill>
                  <a:srgbClr val="454A66"/>
                </a:solidFill>
                <a:latin typeface="Avenir Next"/>
                <a:ea typeface="Avenir Next"/>
                <a:cs typeface="Avenir Next"/>
              </a:defRPr>
            </a:lvl4pPr>
            <a:lvl5pPr algn="l">
              <a:defRPr sz="1125" b="0">
                <a:solidFill>
                  <a:srgbClr val="454A66"/>
                </a:solidFill>
                <a:latin typeface="Avenir Next"/>
                <a:ea typeface="Avenir Next"/>
                <a:cs typeface="Avenir Next"/>
              </a:defRPr>
            </a:lvl5pPr>
            <a:lvl6pPr algn="l">
              <a:defRPr sz="1125" b="0">
                <a:solidFill>
                  <a:srgbClr val="454A66"/>
                </a:solidFill>
                <a:latin typeface="Avenir Next"/>
                <a:ea typeface="Avenir Next"/>
                <a:cs typeface="Avenir Next"/>
              </a:defRPr>
            </a:lvl6pPr>
            <a:lvl7pPr algn="l">
              <a:defRPr sz="1125" b="0">
                <a:solidFill>
                  <a:srgbClr val="454A66"/>
                </a:solidFill>
                <a:latin typeface="Avenir Next"/>
                <a:ea typeface="Avenir Next"/>
                <a:cs typeface="Avenir Next"/>
              </a:defRPr>
            </a:lvl7pPr>
            <a:lvl8pPr algn="l">
              <a:defRPr sz="1125" b="0">
                <a:solidFill>
                  <a:srgbClr val="454A66"/>
                </a:solidFill>
                <a:latin typeface="Avenir Next"/>
                <a:ea typeface="Avenir Next"/>
                <a:cs typeface="Avenir Next"/>
              </a:defRPr>
            </a:lvl8pPr>
            <a:lvl9pPr algn="l">
              <a:defRPr sz="1125" b="0">
                <a:solidFill>
                  <a:srgbClr val="454A66"/>
                </a:solidFill>
                <a:latin typeface="Avenir Next"/>
                <a:ea typeface="Avenir Next"/>
                <a:cs typeface="Avenir Next"/>
              </a:defRPr>
            </a:lvl9pPr>
          </a:lstStyle>
          <a:p xmlns:a="http://schemas.openxmlformats.org/drawingml/2006/main">
            <a:pPr algn="l">
              <a:defRPr sz="1125" b="0">
                <a:solidFill>
                  <a:srgbClr val="454A66"/>
                </a:solidFill>
                <a:latin typeface="Avenir Next"/>
                <a:ea typeface="Avenir Next"/>
                <a:cs typeface="Avenir Next"/>
              </a:defRPr>
            </a:pPr>
            <a:r>
              <a:rPr sz="1125" b="0">
                <a:solidFill>
                  <a:srgbClr val="454A66"/>
                </a:solidFill>
                <a:latin typeface="Avenir Next"/>
                <a:ea typeface="Avenir Next"/>
                <a:cs typeface="Avenir Next"/>
              </a:rPr>
              <a:t>G1D Lab  /  APP ISEP</a:t>
            </a:r>
          </a:p>
        </p:txBody>
      </p:sp>
      <p:sp>
        <p:nvSpPr>
          <p:cNvPr id="4" name="06">
            <a:extLst xmlns:a="http://schemas.openxmlformats.org/drawingml/2006/main">
              <a:ext uri="{FF2B5EF4-FFF2-40B4-BE49-F238E27FC236}">
                <a16:creationId xmlns:a16="http://schemas.microsoft.com/office/drawing/2014/main" id="{B4020B66-DC9B-4C12-A5F6-FAA608CDDE08}"/>
              </a:ext>
            </a:extLst>
          </p:cNvPr>
          <p:cNvSpPr>
            <a:spLocks xmlns:a="http://schemas.openxmlformats.org/drawingml/2006/main" noGrp="1"/>
          </p:cNvSpPr>
          <p:nvPr/>
        </p:nvSpPr>
        <p:spPr>
          <a:xfrm xmlns:a="http://schemas.openxmlformats.org/drawingml/2006/main">
            <a:off x="10953750" y="641985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75" b="0">
                <a:solidFill>
                  <a:srgbClr val="454A66"/>
                </a:solidFill>
                <a:latin typeface="Avenir Next"/>
                <a:ea typeface="Avenir Next"/>
                <a:cs typeface="Avenir Next"/>
              </a:defRPr>
            </a:defPPr>
            <a:lvl1pPr algn="r">
              <a:defRPr sz="1275" b="0">
                <a:solidFill>
                  <a:srgbClr val="454A66"/>
                </a:solidFill>
                <a:latin typeface="Avenir Next"/>
                <a:ea typeface="Avenir Next"/>
                <a:cs typeface="Avenir Next"/>
              </a:defRPr>
            </a:lvl1pPr>
            <a:lvl2pPr algn="r">
              <a:defRPr sz="1275" b="0">
                <a:solidFill>
                  <a:srgbClr val="454A66"/>
                </a:solidFill>
                <a:latin typeface="Avenir Next"/>
                <a:ea typeface="Avenir Next"/>
                <a:cs typeface="Avenir Next"/>
              </a:defRPr>
            </a:lvl2pPr>
            <a:lvl3pPr algn="r">
              <a:defRPr sz="1275" b="0">
                <a:solidFill>
                  <a:srgbClr val="454A66"/>
                </a:solidFill>
                <a:latin typeface="Avenir Next"/>
                <a:ea typeface="Avenir Next"/>
                <a:cs typeface="Avenir Next"/>
              </a:defRPr>
            </a:lvl3pPr>
            <a:lvl4pPr algn="r">
              <a:defRPr sz="1275" b="0">
                <a:solidFill>
                  <a:srgbClr val="454A66"/>
                </a:solidFill>
                <a:latin typeface="Avenir Next"/>
                <a:ea typeface="Avenir Next"/>
                <a:cs typeface="Avenir Next"/>
              </a:defRPr>
            </a:lvl4pPr>
            <a:lvl5pPr algn="r">
              <a:defRPr sz="1275" b="0">
                <a:solidFill>
                  <a:srgbClr val="454A66"/>
                </a:solidFill>
                <a:latin typeface="Avenir Next"/>
                <a:ea typeface="Avenir Next"/>
                <a:cs typeface="Avenir Next"/>
              </a:defRPr>
            </a:lvl5pPr>
            <a:lvl6pPr algn="r">
              <a:defRPr sz="1275" b="0">
                <a:solidFill>
                  <a:srgbClr val="454A66"/>
                </a:solidFill>
                <a:latin typeface="Avenir Next"/>
                <a:ea typeface="Avenir Next"/>
                <a:cs typeface="Avenir Next"/>
              </a:defRPr>
            </a:lvl6pPr>
            <a:lvl7pPr algn="r">
              <a:defRPr sz="1275" b="0">
                <a:solidFill>
                  <a:srgbClr val="454A66"/>
                </a:solidFill>
                <a:latin typeface="Avenir Next"/>
                <a:ea typeface="Avenir Next"/>
                <a:cs typeface="Avenir Next"/>
              </a:defRPr>
            </a:lvl7pPr>
            <a:lvl8pPr algn="r">
              <a:defRPr sz="1275" b="0">
                <a:solidFill>
                  <a:srgbClr val="454A66"/>
                </a:solidFill>
                <a:latin typeface="Avenir Next"/>
                <a:ea typeface="Avenir Next"/>
                <a:cs typeface="Avenir Next"/>
              </a:defRPr>
            </a:lvl8pPr>
            <a:lvl9pPr algn="r">
              <a:defRPr sz="1275" b="0">
                <a:solidFill>
                  <a:srgbClr val="454A66"/>
                </a:solidFill>
                <a:latin typeface="Avenir Next"/>
                <a:ea typeface="Avenir Next"/>
                <a:cs typeface="Avenir Next"/>
              </a:defRPr>
            </a:lvl9pPr>
          </a:lstStyle>
          <a:p xmlns:a="http://schemas.openxmlformats.org/drawingml/2006/main">
            <a:pPr algn="r">
              <a:defRPr sz="1275" b="0">
                <a:solidFill>
                  <a:srgbClr val="454A66"/>
                </a:solidFill>
                <a:latin typeface="Avenir Next"/>
                <a:ea typeface="Avenir Next"/>
                <a:cs typeface="Avenir Next"/>
              </a:defRPr>
            </a:pPr>
            <a:r>
              <a:rPr sz="1275" b="0">
                <a:solidFill>
                  <a:srgbClr val="454A66"/>
                </a:solidFill>
                <a:latin typeface="Avenir Next"/>
                <a:ea typeface="Avenir Next"/>
                <a:cs typeface="Avenir Next"/>
              </a:rPr>
              <a:t>06</a:t>
            </a:r>
          </a:p>
        </p:txBody>
      </p:sp>
      <p:sp>
        <p:nvSpPr>
          <p:cNvPr id="5" name="">
            <a:extLst xmlns:a="http://schemas.openxmlformats.org/drawingml/2006/main">
              <a:ext uri="{FF2B5EF4-FFF2-40B4-BE49-F238E27FC236}">
                <a16:creationId xmlns:a16="http://schemas.microsoft.com/office/drawing/2014/main" id="{59DE1166-43A7-46DB-8D24-A5A3463D81FE}"/>
              </a:ext>
            </a:extLst>
          </p:cNvPr>
          <p:cNvSpPr>
            <a:spLocks xmlns:a="http://schemas.openxmlformats.org/drawingml/2006/main" noGrp="1"/>
          </p:cNvSpPr>
          <p:nvPr/>
        </p:nvSpPr>
        <p:spPr>
          <a:xfrm xmlns:a="http://schemas.openxmlformats.org/drawingml/2006/main">
            <a:off x="619125" y="1885950"/>
            <a:ext cx="7620000" cy="4191000"/>
          </a:xfrm>
          <a:prstGeom xmlns:a="http://schemas.openxmlformats.org/drawingml/2006/main" prst="roundRect">
            <a:avLst>
              <a:gd name="adj" fmla="val 2727"/>
            </a:avLst>
          </a:prstGeom>
          <a:solidFill xmlns:a="http://schemas.openxmlformats.org/drawingml/2006/main">
            <a:srgbClr val="FFFFFF"/>
          </a:solidFill>
          <a:ln xmlns:a="http://schemas.openxmlformats.org/drawingml/2006/main" w="11430">
            <a:solidFill>
              <a:srgbClr val="E1E3EE"/>
            </a:solidFill>
          </a:ln>
        </p:spPr>
      </p:sp>
      <p:pic>
        <p:nvPicPr>
          <p:cNvPr id="6" name="">
            <a:extLst xmlns:a="http://schemas.openxmlformats.org/drawingml/2006/main">
              <a:ext uri="{FF2B5EF4-FFF2-40B4-BE49-F238E27FC236}">
                <a16:creationId xmlns:a16="http://schemas.microsoft.com/office/drawing/2014/main" id="{78A18132-630D-4477-942E-58605366833A}"/>
              </a:ext>
            </a:extLst>
          </p:cNvPr>
          <p:cNvPicPr>
            <a:picLocks xmlns:a="http://schemas.openxmlformats.org/drawingml/2006/main" noChangeAspect="1"/>
          </p:cNvPicPr>
          <p:nvPr/>
        </p:nvPicPr>
        <p:blipFill>
          <a:blip xmlns:r="http://schemas.openxmlformats.org/officeDocument/2006/relationships" xmlns:a="http://schemas.openxmlformats.org/drawingml/2006/main" r:embed="R2fa60019e0ec4167"/>
          <a:stretch xmlns:a="http://schemas.openxmlformats.org/drawingml/2006/main"/>
        </p:blipFill>
        <p:spPr>
          <a:xfrm xmlns:a="http://schemas.openxmlformats.org/drawingml/2006/main">
            <a:off x="847725" y="2048198"/>
            <a:ext cx="1371600" cy="418454"/>
          </a:xfrm>
          <a:prstGeom xmlns:a="http://schemas.openxmlformats.org/drawingml/2006/main" prst="rect">
            <a:avLst/>
          </a:prstGeom>
        </p:spPr>
      </p:pic>
      <p:sp>
        <p:nvSpPr>
          <p:cNvPr id="7" name="Explore    How it works    Host an activit">
            <a:extLst xmlns:a="http://schemas.openxmlformats.org/drawingml/2006/main">
              <a:ext uri="{FF2B5EF4-FFF2-40B4-BE49-F238E27FC236}">
                <a16:creationId xmlns:a16="http://schemas.microsoft.com/office/drawing/2014/main" id="{EDA74E2F-069B-4201-AE80-4B077C50E31D}"/>
              </a:ext>
            </a:extLst>
          </p:cNvPr>
          <p:cNvSpPr>
            <a:spLocks xmlns:a="http://schemas.openxmlformats.org/drawingml/2006/main" noGrp="1"/>
          </p:cNvSpPr>
          <p:nvPr/>
        </p:nvSpPr>
        <p:spPr>
          <a:xfrm xmlns:a="http://schemas.openxmlformats.org/drawingml/2006/main">
            <a:off x="3095625" y="2133600"/>
            <a:ext cx="37052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454A66"/>
                </a:solidFill>
                <a:latin typeface="Avenir Next"/>
                <a:ea typeface="Avenir Next"/>
                <a:cs typeface="Avenir Next"/>
              </a:defRPr>
            </a:defPPr>
            <a:lvl1pPr algn="l">
              <a:defRPr sz="1125" b="0">
                <a:solidFill>
                  <a:srgbClr val="454A66"/>
                </a:solidFill>
                <a:latin typeface="Avenir Next"/>
                <a:ea typeface="Avenir Next"/>
                <a:cs typeface="Avenir Next"/>
              </a:defRPr>
            </a:lvl1pPr>
            <a:lvl2pPr algn="l">
              <a:defRPr sz="1125" b="0">
                <a:solidFill>
                  <a:srgbClr val="454A66"/>
                </a:solidFill>
                <a:latin typeface="Avenir Next"/>
                <a:ea typeface="Avenir Next"/>
                <a:cs typeface="Avenir Next"/>
              </a:defRPr>
            </a:lvl2pPr>
            <a:lvl3pPr algn="l">
              <a:defRPr sz="1125" b="0">
                <a:solidFill>
                  <a:srgbClr val="454A66"/>
                </a:solidFill>
                <a:latin typeface="Avenir Next"/>
                <a:ea typeface="Avenir Next"/>
                <a:cs typeface="Avenir Next"/>
              </a:defRPr>
            </a:lvl3pPr>
            <a:lvl4pPr algn="l">
              <a:defRPr sz="1125" b="0">
                <a:solidFill>
                  <a:srgbClr val="454A66"/>
                </a:solidFill>
                <a:latin typeface="Avenir Next"/>
                <a:ea typeface="Avenir Next"/>
                <a:cs typeface="Avenir Next"/>
              </a:defRPr>
            </a:lvl4pPr>
            <a:lvl5pPr algn="l">
              <a:defRPr sz="1125" b="0">
                <a:solidFill>
                  <a:srgbClr val="454A66"/>
                </a:solidFill>
                <a:latin typeface="Avenir Next"/>
                <a:ea typeface="Avenir Next"/>
                <a:cs typeface="Avenir Next"/>
              </a:defRPr>
            </a:lvl5pPr>
            <a:lvl6pPr algn="l">
              <a:defRPr sz="1125" b="0">
                <a:solidFill>
                  <a:srgbClr val="454A66"/>
                </a:solidFill>
                <a:latin typeface="Avenir Next"/>
                <a:ea typeface="Avenir Next"/>
                <a:cs typeface="Avenir Next"/>
              </a:defRPr>
            </a:lvl6pPr>
            <a:lvl7pPr algn="l">
              <a:defRPr sz="1125" b="0">
                <a:solidFill>
                  <a:srgbClr val="454A66"/>
                </a:solidFill>
                <a:latin typeface="Avenir Next"/>
                <a:ea typeface="Avenir Next"/>
                <a:cs typeface="Avenir Next"/>
              </a:defRPr>
            </a:lvl7pPr>
            <a:lvl8pPr algn="l">
              <a:defRPr sz="1125" b="0">
                <a:solidFill>
                  <a:srgbClr val="454A66"/>
                </a:solidFill>
                <a:latin typeface="Avenir Next"/>
                <a:ea typeface="Avenir Next"/>
                <a:cs typeface="Avenir Next"/>
              </a:defRPr>
            </a:lvl8pPr>
            <a:lvl9pPr algn="l">
              <a:defRPr sz="1125" b="0">
                <a:solidFill>
                  <a:srgbClr val="454A66"/>
                </a:solidFill>
                <a:latin typeface="Avenir Next"/>
                <a:ea typeface="Avenir Next"/>
                <a:cs typeface="Avenir Next"/>
              </a:defRPr>
            </a:lvl9pPr>
          </a:lstStyle>
          <a:p xmlns:a="http://schemas.openxmlformats.org/drawingml/2006/main">
            <a:pPr algn="l">
              <a:defRPr sz="1125" b="0">
                <a:solidFill>
                  <a:srgbClr val="454A66"/>
                </a:solidFill>
                <a:latin typeface="Avenir Next"/>
                <a:ea typeface="Avenir Next"/>
                <a:cs typeface="Avenir Next"/>
              </a:defRPr>
            </a:pPr>
            <a:r>
              <a:rPr sz="1125" b="0">
                <a:solidFill>
                  <a:srgbClr val="454A66"/>
                </a:solidFill>
                <a:latin typeface="Avenir Next"/>
                <a:ea typeface="Avenir Next"/>
                <a:cs typeface="Avenir Next"/>
              </a:rPr>
              <a:t>Explore    How it works    Host an activity</a:t>
            </a:r>
          </a:p>
        </p:txBody>
      </p:sp>
      <p:sp>
        <p:nvSpPr>
          <p:cNvPr id="8" name="Sign up">
            <a:extLst xmlns:a="http://schemas.openxmlformats.org/drawingml/2006/main">
              <a:ext uri="{FF2B5EF4-FFF2-40B4-BE49-F238E27FC236}">
                <a16:creationId xmlns:a16="http://schemas.microsoft.com/office/drawing/2014/main" id="{6A1C5838-ED7E-4A0A-A3A9-CB2676F97C79}"/>
              </a:ext>
            </a:extLst>
          </p:cNvPr>
          <p:cNvSpPr>
            <a:spLocks xmlns:a="http://schemas.openxmlformats.org/drawingml/2006/main" noGrp="1"/>
          </p:cNvSpPr>
          <p:nvPr/>
        </p:nvSpPr>
        <p:spPr>
          <a:xfrm xmlns:a="http://schemas.openxmlformats.org/drawingml/2006/main">
            <a:off x="7105650" y="2095500"/>
            <a:ext cx="866775" cy="333375"/>
          </a:xfrm>
          <a:prstGeom xmlns:a="http://schemas.openxmlformats.org/drawingml/2006/main" prst="roundRect">
            <a:avLst>
              <a:gd name="adj" fmla="val 34286"/>
            </a:avLst>
          </a:prstGeom>
          <a:solidFill xmlns:a="http://schemas.openxmlformats.org/drawingml/2006/main">
            <a:srgbClr val="2066FA"/>
          </a:solidFill>
          <a:ln xmlns:a="http://schemas.openxmlformats.org/drawingml/2006/main" w="11430">
            <a:solidFill>
              <a:srgbClr val="2066FA"/>
            </a:solidFill>
          </a:ln>
        </p:spPr>
        <p:txBody>
          <a:bodyPr xmlns:a="http://schemas.openxmlformats.org/drawingml/2006/main" wrap="square" lIns="114300" tIns="114300" rIns="114300" bIns="114300" anchor="ctr">
            <a:noAutofit/>
          </a:bodyPr>
          <a:lstStyle xmlns:a="http://schemas.openxmlformats.org/drawingml/2006/main">
            <a:defPPr algn="ctr">
              <a:defRPr sz="1125" b="1">
                <a:solidFill>
                  <a:srgbClr val="FFFFFF"/>
                </a:solidFill>
                <a:latin typeface="Avenir Next"/>
                <a:ea typeface="Avenir Next"/>
                <a:cs typeface="Avenir Next"/>
              </a:defRPr>
            </a:defPPr>
            <a:lvl1pPr algn="ctr">
              <a:defRPr sz="1125" b="1">
                <a:solidFill>
                  <a:srgbClr val="FFFFFF"/>
                </a:solidFill>
                <a:latin typeface="Avenir Next"/>
                <a:ea typeface="Avenir Next"/>
                <a:cs typeface="Avenir Next"/>
              </a:defRPr>
            </a:lvl1pPr>
            <a:lvl2pPr algn="ctr">
              <a:defRPr sz="1125" b="1">
                <a:solidFill>
                  <a:srgbClr val="FFFFFF"/>
                </a:solidFill>
                <a:latin typeface="Avenir Next"/>
                <a:ea typeface="Avenir Next"/>
                <a:cs typeface="Avenir Next"/>
              </a:defRPr>
            </a:lvl2pPr>
            <a:lvl3pPr algn="ctr">
              <a:defRPr sz="1125" b="1">
                <a:solidFill>
                  <a:srgbClr val="FFFFFF"/>
                </a:solidFill>
                <a:latin typeface="Avenir Next"/>
                <a:ea typeface="Avenir Next"/>
                <a:cs typeface="Avenir Next"/>
              </a:defRPr>
            </a:lvl3pPr>
            <a:lvl4pPr algn="ctr">
              <a:defRPr sz="1125" b="1">
                <a:solidFill>
                  <a:srgbClr val="FFFFFF"/>
                </a:solidFill>
                <a:latin typeface="Avenir Next"/>
                <a:ea typeface="Avenir Next"/>
                <a:cs typeface="Avenir Next"/>
              </a:defRPr>
            </a:lvl4pPr>
            <a:lvl5pPr algn="ctr">
              <a:defRPr sz="1125" b="1">
                <a:solidFill>
                  <a:srgbClr val="FFFFFF"/>
                </a:solidFill>
                <a:latin typeface="Avenir Next"/>
                <a:ea typeface="Avenir Next"/>
                <a:cs typeface="Avenir Next"/>
              </a:defRPr>
            </a:lvl5pPr>
            <a:lvl6pPr algn="ctr">
              <a:defRPr sz="1125" b="1">
                <a:solidFill>
                  <a:srgbClr val="FFFFFF"/>
                </a:solidFill>
                <a:latin typeface="Avenir Next"/>
                <a:ea typeface="Avenir Next"/>
                <a:cs typeface="Avenir Next"/>
              </a:defRPr>
            </a:lvl6pPr>
            <a:lvl7pPr algn="ctr">
              <a:defRPr sz="1125" b="1">
                <a:solidFill>
                  <a:srgbClr val="FFFFFF"/>
                </a:solidFill>
                <a:latin typeface="Avenir Next"/>
                <a:ea typeface="Avenir Next"/>
                <a:cs typeface="Avenir Next"/>
              </a:defRPr>
            </a:lvl7pPr>
            <a:lvl8pPr algn="ctr">
              <a:defRPr sz="1125" b="1">
                <a:solidFill>
                  <a:srgbClr val="FFFFFF"/>
                </a:solidFill>
                <a:latin typeface="Avenir Next"/>
                <a:ea typeface="Avenir Next"/>
                <a:cs typeface="Avenir Next"/>
              </a:defRPr>
            </a:lvl8pPr>
            <a:lvl9pPr algn="ctr">
              <a:defRPr sz="1125" b="1">
                <a:solidFill>
                  <a:srgbClr val="FFFFFF"/>
                </a:solidFill>
                <a:latin typeface="Avenir Next"/>
                <a:ea typeface="Avenir Next"/>
                <a:cs typeface="Avenir Next"/>
              </a:defRPr>
            </a:lvl9pPr>
          </a:lstStyle>
          <a:p xmlns:a="http://schemas.openxmlformats.org/drawingml/2006/main">
            <a:pPr algn="ctr">
              <a:defRPr sz="1125" b="1">
                <a:solidFill>
                  <a:srgbClr val="FFFFFF"/>
                </a:solidFill>
                <a:latin typeface="Avenir Next"/>
                <a:ea typeface="Avenir Next"/>
                <a:cs typeface="Avenir Next"/>
              </a:defRPr>
            </a:pPr>
            <a:r>
              <a:rPr sz="1125" b="1">
                <a:solidFill>
                  <a:srgbClr val="FFFFFF"/>
                </a:solidFill>
                <a:latin typeface="Avenir Next"/>
                <a:ea typeface="Avenir Next"/>
                <a:cs typeface="Avenir Next"/>
              </a:rPr>
              <a:t>Sign up</a:t>
            </a:r>
          </a:p>
        </p:txBody>
      </p:sp>
      <p:sp>
        <p:nvSpPr>
          <p:cNvPr id="9" name="Find people to&#10;do things with.">
            <a:extLst xmlns:a="http://schemas.openxmlformats.org/drawingml/2006/main">
              <a:ext uri="{FF2B5EF4-FFF2-40B4-BE49-F238E27FC236}">
                <a16:creationId xmlns:a16="http://schemas.microsoft.com/office/drawing/2014/main" id="{19E82F6F-E40D-4224-A955-7E02A896E7C9}"/>
              </a:ext>
            </a:extLst>
          </p:cNvPr>
          <p:cNvSpPr>
            <a:spLocks xmlns:a="http://schemas.openxmlformats.org/drawingml/2006/main" noGrp="1"/>
          </p:cNvSpPr>
          <p:nvPr/>
        </p:nvSpPr>
        <p:spPr>
          <a:xfrm xmlns:a="http://schemas.openxmlformats.org/drawingml/2006/main">
            <a:off x="914400" y="2790825"/>
            <a:ext cx="36957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1738"/>
                </a:solidFill>
                <a:latin typeface="Avenir Next"/>
                <a:ea typeface="Avenir Next"/>
                <a:cs typeface="Avenir Next"/>
              </a:defRPr>
            </a:defPPr>
            <a:lvl1pPr algn="l">
              <a:defRPr sz="3300" b="1">
                <a:solidFill>
                  <a:srgbClr val="111738"/>
                </a:solidFill>
                <a:latin typeface="Avenir Next"/>
                <a:ea typeface="Avenir Next"/>
                <a:cs typeface="Avenir Next"/>
              </a:defRPr>
            </a:lvl1pPr>
            <a:lvl2pPr algn="l">
              <a:defRPr sz="3300" b="1">
                <a:solidFill>
                  <a:srgbClr val="111738"/>
                </a:solidFill>
                <a:latin typeface="Avenir Next"/>
                <a:ea typeface="Avenir Next"/>
                <a:cs typeface="Avenir Next"/>
              </a:defRPr>
            </a:lvl2pPr>
            <a:lvl3pPr algn="l">
              <a:defRPr sz="3300" b="1">
                <a:solidFill>
                  <a:srgbClr val="111738"/>
                </a:solidFill>
                <a:latin typeface="Avenir Next"/>
                <a:ea typeface="Avenir Next"/>
                <a:cs typeface="Avenir Next"/>
              </a:defRPr>
            </a:lvl3pPr>
            <a:lvl4pPr algn="l">
              <a:defRPr sz="3300" b="1">
                <a:solidFill>
                  <a:srgbClr val="111738"/>
                </a:solidFill>
                <a:latin typeface="Avenir Next"/>
                <a:ea typeface="Avenir Next"/>
                <a:cs typeface="Avenir Next"/>
              </a:defRPr>
            </a:lvl4pPr>
            <a:lvl5pPr algn="l">
              <a:defRPr sz="3300" b="1">
                <a:solidFill>
                  <a:srgbClr val="111738"/>
                </a:solidFill>
                <a:latin typeface="Avenir Next"/>
                <a:ea typeface="Avenir Next"/>
                <a:cs typeface="Avenir Next"/>
              </a:defRPr>
            </a:lvl5pPr>
            <a:lvl6pPr algn="l">
              <a:defRPr sz="3300" b="1">
                <a:solidFill>
                  <a:srgbClr val="111738"/>
                </a:solidFill>
                <a:latin typeface="Avenir Next"/>
                <a:ea typeface="Avenir Next"/>
                <a:cs typeface="Avenir Next"/>
              </a:defRPr>
            </a:lvl6pPr>
            <a:lvl7pPr algn="l">
              <a:defRPr sz="3300" b="1">
                <a:solidFill>
                  <a:srgbClr val="111738"/>
                </a:solidFill>
                <a:latin typeface="Avenir Next"/>
                <a:ea typeface="Avenir Next"/>
                <a:cs typeface="Avenir Next"/>
              </a:defRPr>
            </a:lvl7pPr>
            <a:lvl8pPr algn="l">
              <a:defRPr sz="3300" b="1">
                <a:solidFill>
                  <a:srgbClr val="111738"/>
                </a:solidFill>
                <a:latin typeface="Avenir Next"/>
                <a:ea typeface="Avenir Next"/>
                <a:cs typeface="Avenir Next"/>
              </a:defRPr>
            </a:lvl8pPr>
            <a:lvl9pPr algn="l">
              <a:defRPr sz="3300" b="1">
                <a:solidFill>
                  <a:srgbClr val="111738"/>
                </a:solidFill>
                <a:latin typeface="Avenir Next"/>
                <a:ea typeface="Avenir Next"/>
                <a:cs typeface="Avenir Next"/>
              </a:defRPr>
            </a:lvl9pPr>
          </a:lstStyle>
          <a:p xmlns:a="http://schemas.openxmlformats.org/drawingml/2006/main">
            <a:pPr algn="l">
              <a:defRPr sz="3300" b="1">
                <a:solidFill>
                  <a:srgbClr val="111738"/>
                </a:solidFill>
                <a:latin typeface="Avenir Next"/>
                <a:ea typeface="Avenir Next"/>
                <a:cs typeface="Avenir Next"/>
              </a:defRPr>
            </a:pPr>
            <a:r>
              <a:rPr sz="3300" b="1">
                <a:solidFill>
                  <a:srgbClr val="111738"/>
                </a:solidFill>
                <a:latin typeface="Avenir Next"/>
                <a:ea typeface="Avenir Next"/>
                <a:cs typeface="Avenir Next"/>
              </a:rPr>
              <a:t>Find people to</a:t>
            </a:r>
          </a:p>
          <a:p xmlns:a="http://schemas.openxmlformats.org/drawingml/2006/main">
            <a:pPr algn="l">
              <a:defRPr sz="3300" b="1">
                <a:solidFill>
                  <a:srgbClr val="111738"/>
                </a:solidFill>
                <a:latin typeface="Avenir Next"/>
                <a:ea typeface="Avenir Next"/>
                <a:cs typeface="Avenir Next"/>
              </a:defRPr>
            </a:pPr>
            <a:r>
              <a:rPr sz="3300" b="1">
                <a:solidFill>
                  <a:srgbClr val="111738"/>
                </a:solidFill>
                <a:latin typeface="Avenir Next"/>
                <a:ea typeface="Avenir Next"/>
                <a:cs typeface="Avenir Next"/>
              </a:rPr>
              <a:t>do things with.</a:t>
            </a:r>
          </a:p>
        </p:txBody>
      </p:sp>
      <p:sp>
        <p:nvSpPr>
          <p:cNvPr id="10" name="Find things to do nearby and&#10;people to do ">
            <a:extLst xmlns:a="http://schemas.openxmlformats.org/drawingml/2006/main">
              <a:ext uri="{FF2B5EF4-FFF2-40B4-BE49-F238E27FC236}">
                <a16:creationId xmlns:a16="http://schemas.microsoft.com/office/drawing/2014/main" id="{EC9B88A5-634B-4B3C-A6F8-B296B05627CA}"/>
              </a:ext>
            </a:extLst>
          </p:cNvPr>
          <p:cNvSpPr>
            <a:spLocks xmlns:a="http://schemas.openxmlformats.org/drawingml/2006/main" noGrp="1"/>
          </p:cNvSpPr>
          <p:nvPr/>
        </p:nvSpPr>
        <p:spPr>
          <a:xfrm xmlns:a="http://schemas.openxmlformats.org/drawingml/2006/main">
            <a:off x="914400" y="4029075"/>
            <a:ext cx="3524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454A66"/>
                </a:solidFill>
                <a:latin typeface="Avenir Next"/>
                <a:ea typeface="Avenir Next"/>
                <a:cs typeface="Avenir Next"/>
              </a:defRPr>
            </a:defPPr>
            <a:lvl1pPr algn="l">
              <a:defRPr sz="1575" b="0">
                <a:solidFill>
                  <a:srgbClr val="454A66"/>
                </a:solidFill>
                <a:latin typeface="Avenir Next"/>
                <a:ea typeface="Avenir Next"/>
                <a:cs typeface="Avenir Next"/>
              </a:defRPr>
            </a:lvl1pPr>
            <a:lvl2pPr algn="l">
              <a:defRPr sz="1575" b="0">
                <a:solidFill>
                  <a:srgbClr val="454A66"/>
                </a:solidFill>
                <a:latin typeface="Avenir Next"/>
                <a:ea typeface="Avenir Next"/>
                <a:cs typeface="Avenir Next"/>
              </a:defRPr>
            </a:lvl2pPr>
            <a:lvl3pPr algn="l">
              <a:defRPr sz="1575" b="0">
                <a:solidFill>
                  <a:srgbClr val="454A66"/>
                </a:solidFill>
                <a:latin typeface="Avenir Next"/>
                <a:ea typeface="Avenir Next"/>
                <a:cs typeface="Avenir Next"/>
              </a:defRPr>
            </a:lvl3pPr>
            <a:lvl4pPr algn="l">
              <a:defRPr sz="1575" b="0">
                <a:solidFill>
                  <a:srgbClr val="454A66"/>
                </a:solidFill>
                <a:latin typeface="Avenir Next"/>
                <a:ea typeface="Avenir Next"/>
                <a:cs typeface="Avenir Next"/>
              </a:defRPr>
            </a:lvl4pPr>
            <a:lvl5pPr algn="l">
              <a:defRPr sz="1575" b="0">
                <a:solidFill>
                  <a:srgbClr val="454A66"/>
                </a:solidFill>
                <a:latin typeface="Avenir Next"/>
                <a:ea typeface="Avenir Next"/>
                <a:cs typeface="Avenir Next"/>
              </a:defRPr>
            </a:lvl5pPr>
            <a:lvl6pPr algn="l">
              <a:defRPr sz="1575" b="0">
                <a:solidFill>
                  <a:srgbClr val="454A66"/>
                </a:solidFill>
                <a:latin typeface="Avenir Next"/>
                <a:ea typeface="Avenir Next"/>
                <a:cs typeface="Avenir Next"/>
              </a:defRPr>
            </a:lvl6pPr>
            <a:lvl7pPr algn="l">
              <a:defRPr sz="1575" b="0">
                <a:solidFill>
                  <a:srgbClr val="454A66"/>
                </a:solidFill>
                <a:latin typeface="Avenir Next"/>
                <a:ea typeface="Avenir Next"/>
                <a:cs typeface="Avenir Next"/>
              </a:defRPr>
            </a:lvl7pPr>
            <a:lvl8pPr algn="l">
              <a:defRPr sz="1575" b="0">
                <a:solidFill>
                  <a:srgbClr val="454A66"/>
                </a:solidFill>
                <a:latin typeface="Avenir Next"/>
                <a:ea typeface="Avenir Next"/>
                <a:cs typeface="Avenir Next"/>
              </a:defRPr>
            </a:lvl8pPr>
            <a:lvl9pPr algn="l">
              <a:defRPr sz="1575" b="0">
                <a:solidFill>
                  <a:srgbClr val="454A66"/>
                </a:solidFill>
                <a:latin typeface="Avenir Next"/>
                <a:ea typeface="Avenir Next"/>
                <a:cs typeface="Avenir Next"/>
              </a:defRPr>
            </a:lvl9pPr>
          </a:lstStyle>
          <a:p xmlns:a="http://schemas.openxmlformats.org/drawingml/2006/main">
            <a:pPr algn="l">
              <a:defRPr sz="1575" b="0">
                <a:solidFill>
                  <a:srgbClr val="454A66"/>
                </a:solidFill>
                <a:latin typeface="Avenir Next"/>
                <a:ea typeface="Avenir Next"/>
                <a:cs typeface="Avenir Next"/>
              </a:defRPr>
            </a:pPr>
            <a:r>
              <a:rPr sz="1575" b="0">
                <a:solidFill>
                  <a:srgbClr val="454A66"/>
                </a:solidFill>
                <a:latin typeface="Avenir Next"/>
                <a:ea typeface="Avenir Next"/>
                <a:cs typeface="Avenir Next"/>
              </a:rPr>
              <a:t>Find things to do nearby and</a:t>
            </a:r>
          </a:p>
          <a:p xmlns:a="http://schemas.openxmlformats.org/drawingml/2006/main">
            <a:pPr algn="l">
              <a:defRPr sz="1575" b="0">
                <a:solidFill>
                  <a:srgbClr val="454A66"/>
                </a:solidFill>
                <a:latin typeface="Avenir Next"/>
                <a:ea typeface="Avenir Next"/>
                <a:cs typeface="Avenir Next"/>
              </a:defRPr>
            </a:pPr>
            <a:r>
              <a:rPr sz="1575" b="0">
                <a:solidFill>
                  <a:srgbClr val="454A66"/>
                </a:solidFill>
                <a:latin typeface="Avenir Next"/>
                <a:ea typeface="Avenir Next"/>
                <a:cs typeface="Avenir Next"/>
              </a:rPr>
              <a:t>people to do them with.</a:t>
            </a:r>
          </a:p>
        </p:txBody>
      </p:sp>
      <p:sp>
        <p:nvSpPr>
          <p:cNvPr id="11" name="Explore activities">
            <a:extLst xmlns:a="http://schemas.openxmlformats.org/drawingml/2006/main">
              <a:ext uri="{FF2B5EF4-FFF2-40B4-BE49-F238E27FC236}">
                <a16:creationId xmlns:a16="http://schemas.microsoft.com/office/drawing/2014/main" id="{7FCE382C-7841-430C-B733-2D557B0B67BE}"/>
              </a:ext>
            </a:extLst>
          </p:cNvPr>
          <p:cNvSpPr>
            <a:spLocks xmlns:a="http://schemas.openxmlformats.org/drawingml/2006/main" noGrp="1"/>
          </p:cNvSpPr>
          <p:nvPr/>
        </p:nvSpPr>
        <p:spPr>
          <a:xfrm xmlns:a="http://schemas.openxmlformats.org/drawingml/2006/main">
            <a:off x="914400" y="4791075"/>
            <a:ext cx="1924050" cy="419100"/>
          </a:xfrm>
          <a:prstGeom xmlns:a="http://schemas.openxmlformats.org/drawingml/2006/main" prst="roundRect">
            <a:avLst>
              <a:gd name="adj" fmla="val 27273"/>
            </a:avLst>
          </a:prstGeom>
          <a:solidFill xmlns:a="http://schemas.openxmlformats.org/drawingml/2006/main">
            <a:srgbClr val="2066FA"/>
          </a:solidFill>
          <a:ln xmlns:a="http://schemas.openxmlformats.org/drawingml/2006/main" w="11430">
            <a:solidFill>
              <a:srgbClr val="2066FA"/>
            </a:solidFill>
          </a:ln>
        </p:spPr>
        <p:txBody>
          <a:bodyPr xmlns:a="http://schemas.openxmlformats.org/drawingml/2006/main" wrap="square" lIns="114300" tIns="114300" rIns="114300" bIns="114300" anchor="ctr">
            <a:noAutofit/>
          </a:bodyPr>
          <a:lstStyle xmlns:a="http://schemas.openxmlformats.org/drawingml/2006/main">
            <a:defPPr algn="ctr">
              <a:defRPr sz="1425" b="1">
                <a:solidFill>
                  <a:srgbClr val="FFFFFF"/>
                </a:solidFill>
                <a:latin typeface="Avenir Next"/>
                <a:ea typeface="Avenir Next"/>
                <a:cs typeface="Avenir Next"/>
              </a:defRPr>
            </a:defPPr>
            <a:lvl1pPr algn="ctr">
              <a:defRPr sz="1425" b="1">
                <a:solidFill>
                  <a:srgbClr val="FFFFFF"/>
                </a:solidFill>
                <a:latin typeface="Avenir Next"/>
                <a:ea typeface="Avenir Next"/>
                <a:cs typeface="Avenir Next"/>
              </a:defRPr>
            </a:lvl1pPr>
            <a:lvl2pPr algn="ctr">
              <a:defRPr sz="1425" b="1">
                <a:solidFill>
                  <a:srgbClr val="FFFFFF"/>
                </a:solidFill>
                <a:latin typeface="Avenir Next"/>
                <a:ea typeface="Avenir Next"/>
                <a:cs typeface="Avenir Next"/>
              </a:defRPr>
            </a:lvl2pPr>
            <a:lvl3pPr algn="ctr">
              <a:defRPr sz="1425" b="1">
                <a:solidFill>
                  <a:srgbClr val="FFFFFF"/>
                </a:solidFill>
                <a:latin typeface="Avenir Next"/>
                <a:ea typeface="Avenir Next"/>
                <a:cs typeface="Avenir Next"/>
              </a:defRPr>
            </a:lvl3pPr>
            <a:lvl4pPr algn="ctr">
              <a:defRPr sz="1425" b="1">
                <a:solidFill>
                  <a:srgbClr val="FFFFFF"/>
                </a:solidFill>
                <a:latin typeface="Avenir Next"/>
                <a:ea typeface="Avenir Next"/>
                <a:cs typeface="Avenir Next"/>
              </a:defRPr>
            </a:lvl4pPr>
            <a:lvl5pPr algn="ctr">
              <a:defRPr sz="1425" b="1">
                <a:solidFill>
                  <a:srgbClr val="FFFFFF"/>
                </a:solidFill>
                <a:latin typeface="Avenir Next"/>
                <a:ea typeface="Avenir Next"/>
                <a:cs typeface="Avenir Next"/>
              </a:defRPr>
            </a:lvl5pPr>
            <a:lvl6pPr algn="ctr">
              <a:defRPr sz="1425" b="1">
                <a:solidFill>
                  <a:srgbClr val="FFFFFF"/>
                </a:solidFill>
                <a:latin typeface="Avenir Next"/>
                <a:ea typeface="Avenir Next"/>
                <a:cs typeface="Avenir Next"/>
              </a:defRPr>
            </a:lvl6pPr>
            <a:lvl7pPr algn="ctr">
              <a:defRPr sz="1425" b="1">
                <a:solidFill>
                  <a:srgbClr val="FFFFFF"/>
                </a:solidFill>
                <a:latin typeface="Avenir Next"/>
                <a:ea typeface="Avenir Next"/>
                <a:cs typeface="Avenir Next"/>
              </a:defRPr>
            </a:lvl7pPr>
            <a:lvl8pPr algn="ctr">
              <a:defRPr sz="1425" b="1">
                <a:solidFill>
                  <a:srgbClr val="FFFFFF"/>
                </a:solidFill>
                <a:latin typeface="Avenir Next"/>
                <a:ea typeface="Avenir Next"/>
                <a:cs typeface="Avenir Next"/>
              </a:defRPr>
            </a:lvl8pPr>
            <a:lvl9pPr algn="ctr">
              <a:defRPr sz="1425" b="1">
                <a:solidFill>
                  <a:srgbClr val="FFFFFF"/>
                </a:solidFill>
                <a:latin typeface="Avenir Next"/>
                <a:ea typeface="Avenir Next"/>
                <a:cs typeface="Avenir Next"/>
              </a:defRPr>
            </a:lvl9pPr>
          </a:lstStyle>
          <a:p xmlns:a="http://schemas.openxmlformats.org/drawingml/2006/main">
            <a:pPr algn="ctr">
              <a:defRPr sz="1425" b="1">
                <a:solidFill>
                  <a:srgbClr val="FFFFFF"/>
                </a:solidFill>
                <a:latin typeface="Avenir Next"/>
                <a:ea typeface="Avenir Next"/>
                <a:cs typeface="Avenir Next"/>
              </a:defRPr>
            </a:pPr>
            <a:r>
              <a:rPr sz="1425" b="1">
                <a:solidFill>
                  <a:srgbClr val="FFFFFF"/>
                </a:solidFill>
                <a:latin typeface="Avenir Next"/>
                <a:ea typeface="Avenir Next"/>
                <a:cs typeface="Avenir Next"/>
              </a:rPr>
              <a:t>Explore activities</a:t>
            </a:r>
          </a:p>
        </p:txBody>
      </p:sp>
      <p:sp>
        <p:nvSpPr>
          <p:cNvPr id="12" name="Host an activity">
            <a:extLst xmlns:a="http://schemas.openxmlformats.org/drawingml/2006/main">
              <a:ext uri="{FF2B5EF4-FFF2-40B4-BE49-F238E27FC236}">
                <a16:creationId xmlns:a16="http://schemas.microsoft.com/office/drawing/2014/main" id="{AEC63AC3-5042-47C5-89B8-9260670AE10D}"/>
              </a:ext>
            </a:extLst>
          </p:cNvPr>
          <p:cNvSpPr>
            <a:spLocks xmlns:a="http://schemas.openxmlformats.org/drawingml/2006/main" noGrp="1"/>
          </p:cNvSpPr>
          <p:nvPr/>
        </p:nvSpPr>
        <p:spPr>
          <a:xfrm xmlns:a="http://schemas.openxmlformats.org/drawingml/2006/main">
            <a:off x="2981325" y="4791075"/>
            <a:ext cx="175260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11430">
            <a:solidFill>
              <a:srgbClr val="111738"/>
            </a:solidFill>
          </a:ln>
        </p:spPr>
        <p:txBody>
          <a:bodyPr xmlns:a="http://schemas.openxmlformats.org/drawingml/2006/main" wrap="square" lIns="114300" tIns="114300" rIns="114300" bIns="114300" anchor="ctr">
            <a:noAutofit/>
          </a:bodyPr>
          <a:lstStyle xmlns:a="http://schemas.openxmlformats.org/drawingml/2006/main">
            <a:defPPr algn="ctr">
              <a:defRPr sz="1425" b="0">
                <a:solidFill>
                  <a:srgbClr val="111738"/>
                </a:solidFill>
                <a:latin typeface="Avenir Next"/>
                <a:ea typeface="Avenir Next"/>
                <a:cs typeface="Avenir Next"/>
              </a:defRPr>
            </a:defPPr>
            <a:lvl1pPr algn="ctr">
              <a:defRPr sz="1425" b="0">
                <a:solidFill>
                  <a:srgbClr val="111738"/>
                </a:solidFill>
                <a:latin typeface="Avenir Next"/>
                <a:ea typeface="Avenir Next"/>
                <a:cs typeface="Avenir Next"/>
              </a:defRPr>
            </a:lvl1pPr>
            <a:lvl2pPr algn="ctr">
              <a:defRPr sz="1425" b="0">
                <a:solidFill>
                  <a:srgbClr val="111738"/>
                </a:solidFill>
                <a:latin typeface="Avenir Next"/>
                <a:ea typeface="Avenir Next"/>
                <a:cs typeface="Avenir Next"/>
              </a:defRPr>
            </a:lvl2pPr>
            <a:lvl3pPr algn="ctr">
              <a:defRPr sz="1425" b="0">
                <a:solidFill>
                  <a:srgbClr val="111738"/>
                </a:solidFill>
                <a:latin typeface="Avenir Next"/>
                <a:ea typeface="Avenir Next"/>
                <a:cs typeface="Avenir Next"/>
              </a:defRPr>
            </a:lvl3pPr>
            <a:lvl4pPr algn="ctr">
              <a:defRPr sz="1425" b="0">
                <a:solidFill>
                  <a:srgbClr val="111738"/>
                </a:solidFill>
                <a:latin typeface="Avenir Next"/>
                <a:ea typeface="Avenir Next"/>
                <a:cs typeface="Avenir Next"/>
              </a:defRPr>
            </a:lvl4pPr>
            <a:lvl5pPr algn="ctr">
              <a:defRPr sz="1425" b="0">
                <a:solidFill>
                  <a:srgbClr val="111738"/>
                </a:solidFill>
                <a:latin typeface="Avenir Next"/>
                <a:ea typeface="Avenir Next"/>
                <a:cs typeface="Avenir Next"/>
              </a:defRPr>
            </a:lvl5pPr>
            <a:lvl6pPr algn="ctr">
              <a:defRPr sz="1425" b="0">
                <a:solidFill>
                  <a:srgbClr val="111738"/>
                </a:solidFill>
                <a:latin typeface="Avenir Next"/>
                <a:ea typeface="Avenir Next"/>
                <a:cs typeface="Avenir Next"/>
              </a:defRPr>
            </a:lvl6pPr>
            <a:lvl7pPr algn="ctr">
              <a:defRPr sz="1425" b="0">
                <a:solidFill>
                  <a:srgbClr val="111738"/>
                </a:solidFill>
                <a:latin typeface="Avenir Next"/>
                <a:ea typeface="Avenir Next"/>
                <a:cs typeface="Avenir Next"/>
              </a:defRPr>
            </a:lvl7pPr>
            <a:lvl8pPr algn="ctr">
              <a:defRPr sz="1425" b="0">
                <a:solidFill>
                  <a:srgbClr val="111738"/>
                </a:solidFill>
                <a:latin typeface="Avenir Next"/>
                <a:ea typeface="Avenir Next"/>
                <a:cs typeface="Avenir Next"/>
              </a:defRPr>
            </a:lvl8pPr>
            <a:lvl9pPr algn="ctr">
              <a:defRPr sz="1425" b="0">
                <a:solidFill>
                  <a:srgbClr val="111738"/>
                </a:solidFill>
                <a:latin typeface="Avenir Next"/>
                <a:ea typeface="Avenir Next"/>
                <a:cs typeface="Avenir Next"/>
              </a:defRPr>
            </a:lvl9pPr>
          </a:lstStyle>
          <a:p xmlns:a="http://schemas.openxmlformats.org/drawingml/2006/main">
            <a:pPr algn="ctr">
              <a:defRPr sz="1425" b="0">
                <a:solidFill>
                  <a:srgbClr val="111738"/>
                </a:solidFill>
                <a:latin typeface="Avenir Next"/>
                <a:ea typeface="Avenir Next"/>
                <a:cs typeface="Avenir Next"/>
              </a:defRPr>
            </a:pPr>
            <a:r>
              <a:rPr sz="1425" b="0">
                <a:solidFill>
                  <a:srgbClr val="111738"/>
                </a:solidFill>
                <a:latin typeface="Avenir Next"/>
                <a:ea typeface="Avenir Next"/>
                <a:cs typeface="Avenir Next"/>
              </a:rPr>
              <a:t>Host an activity</a:t>
            </a:r>
          </a:p>
        </p:txBody>
      </p:sp>
      <p:sp>
        <p:nvSpPr>
          <p:cNvPr id="13" name="Sunrise run along the river&#10;7:30 · Riversi">
            <a:extLst xmlns:a="http://schemas.openxmlformats.org/drawingml/2006/main">
              <a:ext uri="{FF2B5EF4-FFF2-40B4-BE49-F238E27FC236}">
                <a16:creationId xmlns:a16="http://schemas.microsoft.com/office/drawing/2014/main" id="{1087AAF6-063D-4730-81D1-7267BC355759}"/>
              </a:ext>
            </a:extLst>
          </p:cNvPr>
          <p:cNvSpPr>
            <a:spLocks xmlns:a="http://schemas.openxmlformats.org/drawingml/2006/main" noGrp="1"/>
          </p:cNvSpPr>
          <p:nvPr/>
        </p:nvSpPr>
        <p:spPr>
          <a:xfrm xmlns:a="http://schemas.openxmlformats.org/drawingml/2006/main">
            <a:off x="5114925" y="2771775"/>
            <a:ext cx="2800350" cy="866775"/>
          </a:xfrm>
          <a:prstGeom xmlns:a="http://schemas.openxmlformats.org/drawingml/2006/main" prst="roundRect">
            <a:avLst>
              <a:gd name="adj" fmla="val 13187"/>
            </a:avLst>
          </a:prstGeom>
          <a:solidFill xmlns:a="http://schemas.openxmlformats.org/drawingml/2006/main">
            <a:srgbClr val="E8F0FF"/>
          </a:solidFill>
          <a:ln xmlns:a="http://schemas.openxmlformats.org/drawingml/2006/main" w="11430">
            <a:solidFill>
              <a:srgbClr val="2066FA"/>
            </a:solidFill>
          </a:ln>
        </p:spPr>
        <p:txBody>
          <a:bodyPr xmlns:a="http://schemas.openxmlformats.org/drawingml/2006/main" wrap="square" lIns="114300" tIns="114300" rIns="114300" bIns="114300" anchor="ctr">
            <a:noAutofit/>
          </a:bodyPr>
          <a:lstStyle xmlns:a="http://schemas.openxmlformats.org/drawingml/2006/main">
            <a:defPPr algn="ctr">
              <a:defRPr sz="1350" b="0">
                <a:solidFill>
                  <a:srgbClr val="111738"/>
                </a:solidFill>
                <a:latin typeface="Avenir Next"/>
                <a:ea typeface="Avenir Next"/>
                <a:cs typeface="Avenir Next"/>
              </a:defRPr>
            </a:defPPr>
            <a:lvl1pPr algn="ctr">
              <a:defRPr sz="1350" b="0">
                <a:solidFill>
                  <a:srgbClr val="111738"/>
                </a:solidFill>
                <a:latin typeface="Avenir Next"/>
                <a:ea typeface="Avenir Next"/>
                <a:cs typeface="Avenir Next"/>
              </a:defRPr>
            </a:lvl1pPr>
            <a:lvl2pPr algn="ctr">
              <a:defRPr sz="1350" b="0">
                <a:solidFill>
                  <a:srgbClr val="111738"/>
                </a:solidFill>
                <a:latin typeface="Avenir Next"/>
                <a:ea typeface="Avenir Next"/>
                <a:cs typeface="Avenir Next"/>
              </a:defRPr>
            </a:lvl2pPr>
            <a:lvl3pPr algn="ctr">
              <a:defRPr sz="1350" b="0">
                <a:solidFill>
                  <a:srgbClr val="111738"/>
                </a:solidFill>
                <a:latin typeface="Avenir Next"/>
                <a:ea typeface="Avenir Next"/>
                <a:cs typeface="Avenir Next"/>
              </a:defRPr>
            </a:lvl3pPr>
            <a:lvl4pPr algn="ctr">
              <a:defRPr sz="1350" b="0">
                <a:solidFill>
                  <a:srgbClr val="111738"/>
                </a:solidFill>
                <a:latin typeface="Avenir Next"/>
                <a:ea typeface="Avenir Next"/>
                <a:cs typeface="Avenir Next"/>
              </a:defRPr>
            </a:lvl4pPr>
            <a:lvl5pPr algn="ctr">
              <a:defRPr sz="1350" b="0">
                <a:solidFill>
                  <a:srgbClr val="111738"/>
                </a:solidFill>
                <a:latin typeface="Avenir Next"/>
                <a:ea typeface="Avenir Next"/>
                <a:cs typeface="Avenir Next"/>
              </a:defRPr>
            </a:lvl5pPr>
            <a:lvl6pPr algn="ctr">
              <a:defRPr sz="1350" b="0">
                <a:solidFill>
                  <a:srgbClr val="111738"/>
                </a:solidFill>
                <a:latin typeface="Avenir Next"/>
                <a:ea typeface="Avenir Next"/>
                <a:cs typeface="Avenir Next"/>
              </a:defRPr>
            </a:lvl6pPr>
            <a:lvl7pPr algn="ctr">
              <a:defRPr sz="1350" b="0">
                <a:solidFill>
                  <a:srgbClr val="111738"/>
                </a:solidFill>
                <a:latin typeface="Avenir Next"/>
                <a:ea typeface="Avenir Next"/>
                <a:cs typeface="Avenir Next"/>
              </a:defRPr>
            </a:lvl7pPr>
            <a:lvl8pPr algn="ctr">
              <a:defRPr sz="1350" b="0">
                <a:solidFill>
                  <a:srgbClr val="111738"/>
                </a:solidFill>
                <a:latin typeface="Avenir Next"/>
                <a:ea typeface="Avenir Next"/>
                <a:cs typeface="Avenir Next"/>
              </a:defRPr>
            </a:lvl8pPr>
            <a:lvl9pPr algn="ctr">
              <a:defRPr sz="1350" b="0">
                <a:solidFill>
                  <a:srgbClr val="111738"/>
                </a:solidFill>
                <a:latin typeface="Avenir Next"/>
                <a:ea typeface="Avenir Next"/>
                <a:cs typeface="Avenir Next"/>
              </a:defRPr>
            </a:lvl9pPr>
          </a:lstStyle>
          <a:p xmlns:a="http://schemas.openxmlformats.org/drawingml/2006/main">
            <a:pPr algn="ctr">
              <a:defRPr sz="1350" b="0">
                <a:solidFill>
                  <a:srgbClr val="111738"/>
                </a:solidFill>
                <a:latin typeface="Avenir Next"/>
                <a:ea typeface="Avenir Next"/>
                <a:cs typeface="Avenir Next"/>
              </a:defRPr>
            </a:pPr>
            <a:r>
              <a:rPr sz="1350" b="0">
                <a:solidFill>
                  <a:srgbClr val="111738"/>
                </a:solidFill>
                <a:latin typeface="Avenir Next"/>
                <a:ea typeface="Avenir Next"/>
                <a:cs typeface="Avenir Next"/>
              </a:rPr>
              <a:t>Sunrise run along the river</a:t>
            </a:r>
          </a:p>
          <a:p xmlns:a="http://schemas.openxmlformats.org/drawingml/2006/main">
            <a:pPr algn="ctr">
              <a:defRPr sz="1350" b="0">
                <a:solidFill>
                  <a:srgbClr val="111738"/>
                </a:solidFill>
                <a:latin typeface="Avenir Next"/>
                <a:ea typeface="Avenir Next"/>
                <a:cs typeface="Avenir Next"/>
              </a:defRPr>
            </a:pPr>
            <a:r>
              <a:rPr sz="1350" b="0">
                <a:solidFill>
                  <a:srgbClr val="111738"/>
                </a:solidFill>
                <a:latin typeface="Avenir Next"/>
                <a:ea typeface="Avenir Next"/>
                <a:cs typeface="Avenir Next"/>
              </a:rPr>
              <a:t>7:30 · Riverside path</a:t>
            </a:r>
          </a:p>
          <a:p xmlns:a="http://schemas.openxmlformats.org/drawingml/2006/main">
            <a:pPr algn="ctr">
              <a:defRPr sz="1350" b="0">
                <a:solidFill>
                  <a:srgbClr val="111738"/>
                </a:solidFill>
                <a:latin typeface="Avenir Next"/>
                <a:ea typeface="Avenir Next"/>
                <a:cs typeface="Avenir Next"/>
              </a:defRPr>
            </a:pPr>
            <a:r>
              <a:rPr sz="1350" b="0">
                <a:solidFill>
                  <a:srgbClr val="111738"/>
                </a:solidFill>
                <a:latin typeface="Avenir Next"/>
                <a:ea typeface="Avenir Next"/>
                <a:cs typeface="Avenir Next"/>
              </a:rPr>
              <a:t>8 going</a:t>
            </a:r>
          </a:p>
        </p:txBody>
      </p:sp>
      <p:sp>
        <p:nvSpPr>
          <p:cNvPr id="14" name="Board games and bao&#10;19:00 · The Long Table">
            <a:extLst xmlns:a="http://schemas.openxmlformats.org/drawingml/2006/main">
              <a:ext uri="{FF2B5EF4-FFF2-40B4-BE49-F238E27FC236}">
                <a16:creationId xmlns:a16="http://schemas.microsoft.com/office/drawing/2014/main" id="{7BBD8A20-29D9-4758-8FA5-CCBCF7AE749C}"/>
              </a:ext>
            </a:extLst>
          </p:cNvPr>
          <p:cNvSpPr>
            <a:spLocks xmlns:a="http://schemas.openxmlformats.org/drawingml/2006/main" noGrp="1"/>
          </p:cNvSpPr>
          <p:nvPr/>
        </p:nvSpPr>
        <p:spPr>
          <a:xfrm xmlns:a="http://schemas.openxmlformats.org/drawingml/2006/main">
            <a:off x="5114925" y="3781425"/>
            <a:ext cx="2800350" cy="866775"/>
          </a:xfrm>
          <a:prstGeom xmlns:a="http://schemas.openxmlformats.org/drawingml/2006/main" prst="roundRect">
            <a:avLst>
              <a:gd name="adj" fmla="val 13187"/>
            </a:avLst>
          </a:prstGeom>
          <a:solidFill xmlns:a="http://schemas.openxmlformats.org/drawingml/2006/main">
            <a:srgbClr val="FFEDE8"/>
          </a:solidFill>
          <a:ln xmlns:a="http://schemas.openxmlformats.org/drawingml/2006/main" w="11430">
            <a:solidFill>
              <a:srgbClr val="FF8F7A"/>
            </a:solidFill>
          </a:ln>
        </p:spPr>
        <p:txBody>
          <a:bodyPr xmlns:a="http://schemas.openxmlformats.org/drawingml/2006/main" wrap="square" lIns="114300" tIns="114300" rIns="114300" bIns="114300" anchor="ctr">
            <a:noAutofit/>
          </a:bodyPr>
          <a:lstStyle xmlns:a="http://schemas.openxmlformats.org/drawingml/2006/main">
            <a:defPPr algn="ctr">
              <a:defRPr sz="1350" b="0">
                <a:solidFill>
                  <a:srgbClr val="111738"/>
                </a:solidFill>
                <a:latin typeface="Avenir Next"/>
                <a:ea typeface="Avenir Next"/>
                <a:cs typeface="Avenir Next"/>
              </a:defRPr>
            </a:defPPr>
            <a:lvl1pPr algn="ctr">
              <a:defRPr sz="1350" b="0">
                <a:solidFill>
                  <a:srgbClr val="111738"/>
                </a:solidFill>
                <a:latin typeface="Avenir Next"/>
                <a:ea typeface="Avenir Next"/>
                <a:cs typeface="Avenir Next"/>
              </a:defRPr>
            </a:lvl1pPr>
            <a:lvl2pPr algn="ctr">
              <a:defRPr sz="1350" b="0">
                <a:solidFill>
                  <a:srgbClr val="111738"/>
                </a:solidFill>
                <a:latin typeface="Avenir Next"/>
                <a:ea typeface="Avenir Next"/>
                <a:cs typeface="Avenir Next"/>
              </a:defRPr>
            </a:lvl2pPr>
            <a:lvl3pPr algn="ctr">
              <a:defRPr sz="1350" b="0">
                <a:solidFill>
                  <a:srgbClr val="111738"/>
                </a:solidFill>
                <a:latin typeface="Avenir Next"/>
                <a:ea typeface="Avenir Next"/>
                <a:cs typeface="Avenir Next"/>
              </a:defRPr>
            </a:lvl3pPr>
            <a:lvl4pPr algn="ctr">
              <a:defRPr sz="1350" b="0">
                <a:solidFill>
                  <a:srgbClr val="111738"/>
                </a:solidFill>
                <a:latin typeface="Avenir Next"/>
                <a:ea typeface="Avenir Next"/>
                <a:cs typeface="Avenir Next"/>
              </a:defRPr>
            </a:lvl4pPr>
            <a:lvl5pPr algn="ctr">
              <a:defRPr sz="1350" b="0">
                <a:solidFill>
                  <a:srgbClr val="111738"/>
                </a:solidFill>
                <a:latin typeface="Avenir Next"/>
                <a:ea typeface="Avenir Next"/>
                <a:cs typeface="Avenir Next"/>
              </a:defRPr>
            </a:lvl5pPr>
            <a:lvl6pPr algn="ctr">
              <a:defRPr sz="1350" b="0">
                <a:solidFill>
                  <a:srgbClr val="111738"/>
                </a:solidFill>
                <a:latin typeface="Avenir Next"/>
                <a:ea typeface="Avenir Next"/>
                <a:cs typeface="Avenir Next"/>
              </a:defRPr>
            </a:lvl6pPr>
            <a:lvl7pPr algn="ctr">
              <a:defRPr sz="1350" b="0">
                <a:solidFill>
                  <a:srgbClr val="111738"/>
                </a:solidFill>
                <a:latin typeface="Avenir Next"/>
                <a:ea typeface="Avenir Next"/>
                <a:cs typeface="Avenir Next"/>
              </a:defRPr>
            </a:lvl7pPr>
            <a:lvl8pPr algn="ctr">
              <a:defRPr sz="1350" b="0">
                <a:solidFill>
                  <a:srgbClr val="111738"/>
                </a:solidFill>
                <a:latin typeface="Avenir Next"/>
                <a:ea typeface="Avenir Next"/>
                <a:cs typeface="Avenir Next"/>
              </a:defRPr>
            </a:lvl8pPr>
            <a:lvl9pPr algn="ctr">
              <a:defRPr sz="1350" b="0">
                <a:solidFill>
                  <a:srgbClr val="111738"/>
                </a:solidFill>
                <a:latin typeface="Avenir Next"/>
                <a:ea typeface="Avenir Next"/>
                <a:cs typeface="Avenir Next"/>
              </a:defRPr>
            </a:lvl9pPr>
          </a:lstStyle>
          <a:p xmlns:a="http://schemas.openxmlformats.org/drawingml/2006/main">
            <a:pPr algn="ctr">
              <a:defRPr sz="1350" b="0">
                <a:solidFill>
                  <a:srgbClr val="111738"/>
                </a:solidFill>
                <a:latin typeface="Avenir Next"/>
                <a:ea typeface="Avenir Next"/>
                <a:cs typeface="Avenir Next"/>
              </a:defRPr>
            </a:pPr>
            <a:r>
              <a:rPr sz="1350" b="0">
                <a:solidFill>
                  <a:srgbClr val="111738"/>
                </a:solidFill>
                <a:latin typeface="Avenir Next"/>
                <a:ea typeface="Avenir Next"/>
                <a:cs typeface="Avenir Next"/>
              </a:rPr>
              <a:t>Board games and bao</a:t>
            </a:r>
          </a:p>
          <a:p xmlns:a="http://schemas.openxmlformats.org/drawingml/2006/main">
            <a:pPr algn="ctr">
              <a:defRPr sz="1350" b="0">
                <a:solidFill>
                  <a:srgbClr val="111738"/>
                </a:solidFill>
                <a:latin typeface="Avenir Next"/>
                <a:ea typeface="Avenir Next"/>
                <a:cs typeface="Avenir Next"/>
              </a:defRPr>
            </a:pPr>
            <a:r>
              <a:rPr sz="1350" b="0">
                <a:solidFill>
                  <a:srgbClr val="111738"/>
                </a:solidFill>
                <a:latin typeface="Avenir Next"/>
                <a:ea typeface="Avenir Next"/>
                <a:cs typeface="Avenir Next"/>
              </a:rPr>
              <a:t>19:00 · The Long Table café</a:t>
            </a:r>
          </a:p>
          <a:p xmlns:a="http://schemas.openxmlformats.org/drawingml/2006/main">
            <a:pPr algn="ctr">
              <a:defRPr sz="1350" b="0">
                <a:solidFill>
                  <a:srgbClr val="111738"/>
                </a:solidFill>
                <a:latin typeface="Avenir Next"/>
                <a:ea typeface="Avenir Next"/>
                <a:cs typeface="Avenir Next"/>
              </a:defRPr>
            </a:pPr>
            <a:r>
              <a:rPr sz="1350" b="0">
                <a:solidFill>
                  <a:srgbClr val="111738"/>
                </a:solidFill>
                <a:latin typeface="Avenir Next"/>
                <a:ea typeface="Avenir Next"/>
                <a:cs typeface="Avenir Next"/>
              </a:rPr>
              <a:t>1 spot left</a:t>
            </a:r>
          </a:p>
        </p:txBody>
      </p:sp>
      <p:sp>
        <p:nvSpPr>
          <p:cNvPr id="15" name="Beginner wheel pottery&#10;14:00 · Clay Corner">
            <a:extLst xmlns:a="http://schemas.openxmlformats.org/drawingml/2006/main">
              <a:ext uri="{FF2B5EF4-FFF2-40B4-BE49-F238E27FC236}">
                <a16:creationId xmlns:a16="http://schemas.microsoft.com/office/drawing/2014/main" id="{EA6BCD78-225E-4BDA-9B5E-966F9FF3A193}"/>
              </a:ext>
            </a:extLst>
          </p:cNvPr>
          <p:cNvSpPr>
            <a:spLocks xmlns:a="http://schemas.openxmlformats.org/drawingml/2006/main" noGrp="1"/>
          </p:cNvSpPr>
          <p:nvPr/>
        </p:nvSpPr>
        <p:spPr>
          <a:xfrm xmlns:a="http://schemas.openxmlformats.org/drawingml/2006/main">
            <a:off x="5114925" y="4791075"/>
            <a:ext cx="2800350" cy="685800"/>
          </a:xfrm>
          <a:prstGeom xmlns:a="http://schemas.openxmlformats.org/drawingml/2006/main" prst="roundRect">
            <a:avLst>
              <a:gd name="adj" fmla="val 16667"/>
            </a:avLst>
          </a:prstGeom>
          <a:solidFill xmlns:a="http://schemas.openxmlformats.org/drawingml/2006/main">
            <a:srgbClr val="F1EBFF"/>
          </a:solidFill>
          <a:ln xmlns:a="http://schemas.openxmlformats.org/drawingml/2006/main" w="11430">
            <a:solidFill>
              <a:srgbClr val="8B62F4"/>
            </a:solidFill>
          </a:ln>
        </p:spPr>
        <p:txBody>
          <a:bodyPr xmlns:a="http://schemas.openxmlformats.org/drawingml/2006/main" wrap="square" lIns="114300" tIns="114300" rIns="114300" bIns="114300" anchor="ctr">
            <a:noAutofit/>
          </a:bodyPr>
          <a:lstStyle xmlns:a="http://schemas.openxmlformats.org/drawingml/2006/main">
            <a:defPPr algn="ctr">
              <a:defRPr sz="1350" b="0">
                <a:solidFill>
                  <a:srgbClr val="111738"/>
                </a:solidFill>
                <a:latin typeface="Avenir Next"/>
                <a:ea typeface="Avenir Next"/>
                <a:cs typeface="Avenir Next"/>
              </a:defRPr>
            </a:defPPr>
            <a:lvl1pPr algn="ctr">
              <a:defRPr sz="1350" b="0">
                <a:solidFill>
                  <a:srgbClr val="111738"/>
                </a:solidFill>
                <a:latin typeface="Avenir Next"/>
                <a:ea typeface="Avenir Next"/>
                <a:cs typeface="Avenir Next"/>
              </a:defRPr>
            </a:lvl1pPr>
            <a:lvl2pPr algn="ctr">
              <a:defRPr sz="1350" b="0">
                <a:solidFill>
                  <a:srgbClr val="111738"/>
                </a:solidFill>
                <a:latin typeface="Avenir Next"/>
                <a:ea typeface="Avenir Next"/>
                <a:cs typeface="Avenir Next"/>
              </a:defRPr>
            </a:lvl2pPr>
            <a:lvl3pPr algn="ctr">
              <a:defRPr sz="1350" b="0">
                <a:solidFill>
                  <a:srgbClr val="111738"/>
                </a:solidFill>
                <a:latin typeface="Avenir Next"/>
                <a:ea typeface="Avenir Next"/>
                <a:cs typeface="Avenir Next"/>
              </a:defRPr>
            </a:lvl3pPr>
            <a:lvl4pPr algn="ctr">
              <a:defRPr sz="1350" b="0">
                <a:solidFill>
                  <a:srgbClr val="111738"/>
                </a:solidFill>
                <a:latin typeface="Avenir Next"/>
                <a:ea typeface="Avenir Next"/>
                <a:cs typeface="Avenir Next"/>
              </a:defRPr>
            </a:lvl4pPr>
            <a:lvl5pPr algn="ctr">
              <a:defRPr sz="1350" b="0">
                <a:solidFill>
                  <a:srgbClr val="111738"/>
                </a:solidFill>
                <a:latin typeface="Avenir Next"/>
                <a:ea typeface="Avenir Next"/>
                <a:cs typeface="Avenir Next"/>
              </a:defRPr>
            </a:lvl5pPr>
            <a:lvl6pPr algn="ctr">
              <a:defRPr sz="1350" b="0">
                <a:solidFill>
                  <a:srgbClr val="111738"/>
                </a:solidFill>
                <a:latin typeface="Avenir Next"/>
                <a:ea typeface="Avenir Next"/>
                <a:cs typeface="Avenir Next"/>
              </a:defRPr>
            </a:lvl6pPr>
            <a:lvl7pPr algn="ctr">
              <a:defRPr sz="1350" b="0">
                <a:solidFill>
                  <a:srgbClr val="111738"/>
                </a:solidFill>
                <a:latin typeface="Avenir Next"/>
                <a:ea typeface="Avenir Next"/>
                <a:cs typeface="Avenir Next"/>
              </a:defRPr>
            </a:lvl7pPr>
            <a:lvl8pPr algn="ctr">
              <a:defRPr sz="1350" b="0">
                <a:solidFill>
                  <a:srgbClr val="111738"/>
                </a:solidFill>
                <a:latin typeface="Avenir Next"/>
                <a:ea typeface="Avenir Next"/>
                <a:cs typeface="Avenir Next"/>
              </a:defRPr>
            </a:lvl8pPr>
            <a:lvl9pPr algn="ctr">
              <a:defRPr sz="1350" b="0">
                <a:solidFill>
                  <a:srgbClr val="111738"/>
                </a:solidFill>
                <a:latin typeface="Avenir Next"/>
                <a:ea typeface="Avenir Next"/>
                <a:cs typeface="Avenir Next"/>
              </a:defRPr>
            </a:lvl9pPr>
          </a:lstStyle>
          <a:p xmlns:a="http://schemas.openxmlformats.org/drawingml/2006/main">
            <a:pPr algn="ctr">
              <a:defRPr sz="1350" b="0">
                <a:solidFill>
                  <a:srgbClr val="111738"/>
                </a:solidFill>
                <a:latin typeface="Avenir Next"/>
                <a:ea typeface="Avenir Next"/>
                <a:cs typeface="Avenir Next"/>
              </a:defRPr>
            </a:pPr>
            <a:r>
              <a:rPr sz="1350" b="0">
                <a:solidFill>
                  <a:srgbClr val="111738"/>
                </a:solidFill>
                <a:latin typeface="Avenir Next"/>
                <a:ea typeface="Avenir Next"/>
                <a:cs typeface="Avenir Next"/>
              </a:rPr>
              <a:t>Beginner wheel pottery</a:t>
            </a:r>
          </a:p>
          <a:p xmlns:a="http://schemas.openxmlformats.org/drawingml/2006/main">
            <a:pPr algn="ctr">
              <a:defRPr sz="1350" b="0">
                <a:solidFill>
                  <a:srgbClr val="111738"/>
                </a:solidFill>
                <a:latin typeface="Avenir Next"/>
                <a:ea typeface="Avenir Next"/>
                <a:cs typeface="Avenir Next"/>
              </a:defRPr>
            </a:pPr>
            <a:r>
              <a:rPr sz="1350" b="0">
                <a:solidFill>
                  <a:srgbClr val="111738"/>
                </a:solidFill>
                <a:latin typeface="Avenir Next"/>
                <a:ea typeface="Avenir Next"/>
                <a:cs typeface="Avenir Next"/>
              </a:rPr>
              <a:t>14:00 · Clay Corner studio</a:t>
            </a:r>
          </a:p>
        </p:txBody>
      </p:sp>
      <p:sp>
        <p:nvSpPr>
          <p:cNvPr id="16" name="What                       Where          ">
            <a:extLst xmlns:a="http://schemas.openxmlformats.org/drawingml/2006/main">
              <a:ext uri="{FF2B5EF4-FFF2-40B4-BE49-F238E27FC236}">
                <a16:creationId xmlns:a16="http://schemas.microsoft.com/office/drawing/2014/main" id="{BCDB2998-9103-4CFF-B1F0-F5AEA83051FF}"/>
              </a:ext>
            </a:extLst>
          </p:cNvPr>
          <p:cNvSpPr>
            <a:spLocks xmlns:a="http://schemas.openxmlformats.org/drawingml/2006/main" noGrp="1"/>
          </p:cNvSpPr>
          <p:nvPr/>
        </p:nvSpPr>
        <p:spPr>
          <a:xfrm xmlns:a="http://schemas.openxmlformats.org/drawingml/2006/main">
            <a:off x="914400" y="5534025"/>
            <a:ext cx="7000875" cy="342900"/>
          </a:xfrm>
          <a:prstGeom xmlns:a="http://schemas.openxmlformats.org/drawingml/2006/main" prst="roundRect">
            <a:avLst>
              <a:gd name="adj" fmla="val 33333"/>
            </a:avLst>
          </a:prstGeom>
          <a:solidFill xmlns:a="http://schemas.openxmlformats.org/drawingml/2006/main">
            <a:srgbClr val="F4F5FA"/>
          </a:solidFill>
          <a:ln xmlns:a="http://schemas.openxmlformats.org/drawingml/2006/main" w="11430">
            <a:solidFill>
              <a:srgbClr val="E1E3EE"/>
            </a:solidFill>
          </a:ln>
        </p:spPr>
        <p:txBody>
          <a:bodyPr xmlns:a="http://schemas.openxmlformats.org/drawingml/2006/main" wrap="square" lIns="114300" tIns="114300" rIns="114300" bIns="114300" anchor="ctr">
            <a:noAutofit/>
          </a:bodyPr>
          <a:lstStyle xmlns:a="http://schemas.openxmlformats.org/drawingml/2006/main">
            <a:defPPr algn="ctr">
              <a:defRPr sz="1200" b="0">
                <a:solidFill>
                  <a:srgbClr val="111738"/>
                </a:solidFill>
                <a:latin typeface="Avenir Next"/>
                <a:ea typeface="Avenir Next"/>
                <a:cs typeface="Avenir Next"/>
              </a:defRPr>
            </a:defPPr>
            <a:lvl1pPr algn="ctr">
              <a:defRPr sz="1200" b="0">
                <a:solidFill>
                  <a:srgbClr val="111738"/>
                </a:solidFill>
                <a:latin typeface="Avenir Next"/>
                <a:ea typeface="Avenir Next"/>
                <a:cs typeface="Avenir Next"/>
              </a:defRPr>
            </a:lvl1pPr>
            <a:lvl2pPr algn="ctr">
              <a:defRPr sz="1200" b="0">
                <a:solidFill>
                  <a:srgbClr val="111738"/>
                </a:solidFill>
                <a:latin typeface="Avenir Next"/>
                <a:ea typeface="Avenir Next"/>
                <a:cs typeface="Avenir Next"/>
              </a:defRPr>
            </a:lvl2pPr>
            <a:lvl3pPr algn="ctr">
              <a:defRPr sz="1200" b="0">
                <a:solidFill>
                  <a:srgbClr val="111738"/>
                </a:solidFill>
                <a:latin typeface="Avenir Next"/>
                <a:ea typeface="Avenir Next"/>
                <a:cs typeface="Avenir Next"/>
              </a:defRPr>
            </a:lvl3pPr>
            <a:lvl4pPr algn="ctr">
              <a:defRPr sz="1200" b="0">
                <a:solidFill>
                  <a:srgbClr val="111738"/>
                </a:solidFill>
                <a:latin typeface="Avenir Next"/>
                <a:ea typeface="Avenir Next"/>
                <a:cs typeface="Avenir Next"/>
              </a:defRPr>
            </a:lvl4pPr>
            <a:lvl5pPr algn="ctr">
              <a:defRPr sz="1200" b="0">
                <a:solidFill>
                  <a:srgbClr val="111738"/>
                </a:solidFill>
                <a:latin typeface="Avenir Next"/>
                <a:ea typeface="Avenir Next"/>
                <a:cs typeface="Avenir Next"/>
              </a:defRPr>
            </a:lvl5pPr>
            <a:lvl6pPr algn="ctr">
              <a:defRPr sz="1200" b="0">
                <a:solidFill>
                  <a:srgbClr val="111738"/>
                </a:solidFill>
                <a:latin typeface="Avenir Next"/>
                <a:ea typeface="Avenir Next"/>
                <a:cs typeface="Avenir Next"/>
              </a:defRPr>
            </a:lvl6pPr>
            <a:lvl7pPr algn="ctr">
              <a:defRPr sz="1200" b="0">
                <a:solidFill>
                  <a:srgbClr val="111738"/>
                </a:solidFill>
                <a:latin typeface="Avenir Next"/>
                <a:ea typeface="Avenir Next"/>
                <a:cs typeface="Avenir Next"/>
              </a:defRPr>
            </a:lvl7pPr>
            <a:lvl8pPr algn="ctr">
              <a:defRPr sz="1200" b="0">
                <a:solidFill>
                  <a:srgbClr val="111738"/>
                </a:solidFill>
                <a:latin typeface="Avenir Next"/>
                <a:ea typeface="Avenir Next"/>
                <a:cs typeface="Avenir Next"/>
              </a:defRPr>
            </a:lvl8pPr>
            <a:lvl9pPr algn="ctr">
              <a:defRPr sz="1200" b="0">
                <a:solidFill>
                  <a:srgbClr val="111738"/>
                </a:solidFill>
                <a:latin typeface="Avenir Next"/>
                <a:ea typeface="Avenir Next"/>
                <a:cs typeface="Avenir Next"/>
              </a:defRPr>
            </a:lvl9pPr>
          </a:lstStyle>
          <a:p xmlns:a="http://schemas.openxmlformats.org/drawingml/2006/main">
            <a:pPr algn="ctr">
              <a:defRPr sz="1200" b="0">
                <a:solidFill>
                  <a:srgbClr val="111738"/>
                </a:solidFill>
                <a:latin typeface="Avenir Next"/>
                <a:ea typeface="Avenir Next"/>
                <a:cs typeface="Avenir Next"/>
              </a:defRPr>
            </a:pPr>
            <a:r>
              <a:rPr sz="1200" b="0">
                <a:solidFill>
                  <a:srgbClr val="111738"/>
                </a:solidFill>
                <a:latin typeface="Avenir Next"/>
                <a:ea typeface="Avenir Next"/>
                <a:cs typeface="Avenir Next"/>
              </a:rPr>
              <a:t>What                       Where                       When              Search</a:t>
            </a:r>
          </a:p>
        </p:txBody>
      </p:sp>
      <p:sp>
        <p:nvSpPr>
          <p:cNvPr id="17" name="Hiérarchie proposée">
            <a:extLst xmlns:a="http://schemas.openxmlformats.org/drawingml/2006/main">
              <a:ext uri="{FF2B5EF4-FFF2-40B4-BE49-F238E27FC236}">
                <a16:creationId xmlns:a16="http://schemas.microsoft.com/office/drawing/2014/main" id="{79D598C3-119F-47FE-90B2-2B889ECF430C}"/>
              </a:ext>
            </a:extLst>
          </p:cNvPr>
          <p:cNvSpPr>
            <a:spLocks xmlns:a="http://schemas.openxmlformats.org/drawingml/2006/main" noGrp="1"/>
          </p:cNvSpPr>
          <p:nvPr/>
        </p:nvSpPr>
        <p:spPr>
          <a:xfrm xmlns:a="http://schemas.openxmlformats.org/drawingml/2006/main">
            <a:off x="8667750" y="2066925"/>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2066FA"/>
                </a:solidFill>
                <a:latin typeface="Avenir Next"/>
                <a:ea typeface="Avenir Next"/>
                <a:cs typeface="Avenir Next"/>
              </a:defRPr>
            </a:defPPr>
            <a:lvl1pPr algn="l">
              <a:defRPr sz="2025" b="1">
                <a:solidFill>
                  <a:srgbClr val="2066FA"/>
                </a:solidFill>
                <a:latin typeface="Avenir Next"/>
                <a:ea typeface="Avenir Next"/>
                <a:cs typeface="Avenir Next"/>
              </a:defRPr>
            </a:lvl1pPr>
            <a:lvl2pPr algn="l">
              <a:defRPr sz="2025" b="1">
                <a:solidFill>
                  <a:srgbClr val="2066FA"/>
                </a:solidFill>
                <a:latin typeface="Avenir Next"/>
                <a:ea typeface="Avenir Next"/>
                <a:cs typeface="Avenir Next"/>
              </a:defRPr>
            </a:lvl2pPr>
            <a:lvl3pPr algn="l">
              <a:defRPr sz="2025" b="1">
                <a:solidFill>
                  <a:srgbClr val="2066FA"/>
                </a:solidFill>
                <a:latin typeface="Avenir Next"/>
                <a:ea typeface="Avenir Next"/>
                <a:cs typeface="Avenir Next"/>
              </a:defRPr>
            </a:lvl3pPr>
            <a:lvl4pPr algn="l">
              <a:defRPr sz="2025" b="1">
                <a:solidFill>
                  <a:srgbClr val="2066FA"/>
                </a:solidFill>
                <a:latin typeface="Avenir Next"/>
                <a:ea typeface="Avenir Next"/>
                <a:cs typeface="Avenir Next"/>
              </a:defRPr>
            </a:lvl4pPr>
            <a:lvl5pPr algn="l">
              <a:defRPr sz="2025" b="1">
                <a:solidFill>
                  <a:srgbClr val="2066FA"/>
                </a:solidFill>
                <a:latin typeface="Avenir Next"/>
                <a:ea typeface="Avenir Next"/>
                <a:cs typeface="Avenir Next"/>
              </a:defRPr>
            </a:lvl5pPr>
            <a:lvl6pPr algn="l">
              <a:defRPr sz="2025" b="1">
                <a:solidFill>
                  <a:srgbClr val="2066FA"/>
                </a:solidFill>
                <a:latin typeface="Avenir Next"/>
                <a:ea typeface="Avenir Next"/>
                <a:cs typeface="Avenir Next"/>
              </a:defRPr>
            </a:lvl6pPr>
            <a:lvl7pPr algn="l">
              <a:defRPr sz="2025" b="1">
                <a:solidFill>
                  <a:srgbClr val="2066FA"/>
                </a:solidFill>
                <a:latin typeface="Avenir Next"/>
                <a:ea typeface="Avenir Next"/>
                <a:cs typeface="Avenir Next"/>
              </a:defRPr>
            </a:lvl7pPr>
            <a:lvl8pPr algn="l">
              <a:defRPr sz="2025" b="1">
                <a:solidFill>
                  <a:srgbClr val="2066FA"/>
                </a:solidFill>
                <a:latin typeface="Avenir Next"/>
                <a:ea typeface="Avenir Next"/>
                <a:cs typeface="Avenir Next"/>
              </a:defRPr>
            </a:lvl8pPr>
            <a:lvl9pPr algn="l">
              <a:defRPr sz="2025" b="1">
                <a:solidFill>
                  <a:srgbClr val="2066FA"/>
                </a:solidFill>
                <a:latin typeface="Avenir Next"/>
                <a:ea typeface="Avenir Next"/>
                <a:cs typeface="Avenir Next"/>
              </a:defRPr>
            </a:lvl9pPr>
          </a:lstStyle>
          <a:p xmlns:a="http://schemas.openxmlformats.org/drawingml/2006/main">
            <a:pPr algn="l">
              <a:defRPr sz="2025" b="1">
                <a:solidFill>
                  <a:srgbClr val="2066FA"/>
                </a:solidFill>
                <a:latin typeface="Avenir Next"/>
                <a:ea typeface="Avenir Next"/>
                <a:cs typeface="Avenir Next"/>
              </a:defRPr>
            </a:pPr>
            <a:r>
              <a:rPr sz="2025" b="1">
                <a:solidFill>
                  <a:srgbClr val="2066FA"/>
                </a:solidFill>
                <a:latin typeface="Avenir Next"/>
                <a:ea typeface="Avenir Next"/>
                <a:cs typeface="Avenir Next"/>
              </a:rPr>
              <a:t>Hiérarchie proposée</a:t>
            </a:r>
          </a:p>
        </p:txBody>
      </p:sp>
      <p:sp>
        <p:nvSpPr>
          <p:cNvPr id="18" name="Une promesse claire">
            <a:extLst xmlns:a="http://schemas.openxmlformats.org/drawingml/2006/main">
              <a:ext uri="{FF2B5EF4-FFF2-40B4-BE49-F238E27FC236}">
                <a16:creationId xmlns:a16="http://schemas.microsoft.com/office/drawing/2014/main" id="{78B42655-48DC-4100-B869-09F67ECCD97D}"/>
              </a:ext>
            </a:extLst>
          </p:cNvPr>
          <p:cNvSpPr>
            <a:spLocks xmlns:a="http://schemas.openxmlformats.org/drawingml/2006/main" noGrp="1"/>
          </p:cNvSpPr>
          <p:nvPr/>
        </p:nvSpPr>
        <p:spPr>
          <a:xfrm xmlns:a="http://schemas.openxmlformats.org/drawingml/2006/main">
            <a:off x="8667750" y="2828925"/>
            <a:ext cx="285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111738"/>
                </a:solidFill>
                <a:latin typeface="Avenir Next"/>
                <a:ea typeface="Avenir Next"/>
                <a:cs typeface="Avenir Next"/>
              </a:defRPr>
            </a:defPPr>
            <a:lvl1pPr algn="l">
              <a:defRPr sz="2100" b="1">
                <a:solidFill>
                  <a:srgbClr val="111738"/>
                </a:solidFill>
                <a:latin typeface="Avenir Next"/>
                <a:ea typeface="Avenir Next"/>
                <a:cs typeface="Avenir Next"/>
              </a:defRPr>
            </a:lvl1pPr>
            <a:lvl2pPr algn="l">
              <a:defRPr sz="2100" b="1">
                <a:solidFill>
                  <a:srgbClr val="111738"/>
                </a:solidFill>
                <a:latin typeface="Avenir Next"/>
                <a:ea typeface="Avenir Next"/>
                <a:cs typeface="Avenir Next"/>
              </a:defRPr>
            </a:lvl2pPr>
            <a:lvl3pPr algn="l">
              <a:defRPr sz="2100" b="1">
                <a:solidFill>
                  <a:srgbClr val="111738"/>
                </a:solidFill>
                <a:latin typeface="Avenir Next"/>
                <a:ea typeface="Avenir Next"/>
                <a:cs typeface="Avenir Next"/>
              </a:defRPr>
            </a:lvl3pPr>
            <a:lvl4pPr algn="l">
              <a:defRPr sz="2100" b="1">
                <a:solidFill>
                  <a:srgbClr val="111738"/>
                </a:solidFill>
                <a:latin typeface="Avenir Next"/>
                <a:ea typeface="Avenir Next"/>
                <a:cs typeface="Avenir Next"/>
              </a:defRPr>
            </a:lvl4pPr>
            <a:lvl5pPr algn="l">
              <a:defRPr sz="2100" b="1">
                <a:solidFill>
                  <a:srgbClr val="111738"/>
                </a:solidFill>
                <a:latin typeface="Avenir Next"/>
                <a:ea typeface="Avenir Next"/>
                <a:cs typeface="Avenir Next"/>
              </a:defRPr>
            </a:lvl5pPr>
            <a:lvl6pPr algn="l">
              <a:defRPr sz="2100" b="1">
                <a:solidFill>
                  <a:srgbClr val="111738"/>
                </a:solidFill>
                <a:latin typeface="Avenir Next"/>
                <a:ea typeface="Avenir Next"/>
                <a:cs typeface="Avenir Next"/>
              </a:defRPr>
            </a:lvl6pPr>
            <a:lvl7pPr algn="l">
              <a:defRPr sz="2100" b="1">
                <a:solidFill>
                  <a:srgbClr val="111738"/>
                </a:solidFill>
                <a:latin typeface="Avenir Next"/>
                <a:ea typeface="Avenir Next"/>
                <a:cs typeface="Avenir Next"/>
              </a:defRPr>
            </a:lvl7pPr>
            <a:lvl8pPr algn="l">
              <a:defRPr sz="2100" b="1">
                <a:solidFill>
                  <a:srgbClr val="111738"/>
                </a:solidFill>
                <a:latin typeface="Avenir Next"/>
                <a:ea typeface="Avenir Next"/>
                <a:cs typeface="Avenir Next"/>
              </a:defRPr>
            </a:lvl8pPr>
            <a:lvl9pPr algn="l">
              <a:defRPr sz="2100" b="1">
                <a:solidFill>
                  <a:srgbClr val="111738"/>
                </a:solidFill>
                <a:latin typeface="Avenir Next"/>
                <a:ea typeface="Avenir Next"/>
                <a:cs typeface="Avenir Next"/>
              </a:defRPr>
            </a:lvl9pPr>
          </a:lstStyle>
          <a:p xmlns:a="http://schemas.openxmlformats.org/drawingml/2006/main">
            <a:pPr algn="l">
              <a:defRPr sz="2100" b="1">
                <a:solidFill>
                  <a:srgbClr val="111738"/>
                </a:solidFill>
                <a:latin typeface="Avenir Next"/>
                <a:ea typeface="Avenir Next"/>
                <a:cs typeface="Avenir Next"/>
              </a:defRPr>
            </a:pPr>
            <a:r>
              <a:rPr sz="2100" b="1">
                <a:solidFill>
                  <a:srgbClr val="111738"/>
                </a:solidFill>
                <a:latin typeface="Avenir Next"/>
                <a:ea typeface="Avenir Next"/>
                <a:cs typeface="Avenir Next"/>
              </a:rPr>
              <a:t>Une promesse claire</a:t>
            </a:r>
          </a:p>
        </p:txBody>
      </p:sp>
      <p:sp>
        <p:nvSpPr>
          <p:cNvPr id="19" name="Deux entrées visibles">
            <a:extLst xmlns:a="http://schemas.openxmlformats.org/drawingml/2006/main">
              <a:ext uri="{FF2B5EF4-FFF2-40B4-BE49-F238E27FC236}">
                <a16:creationId xmlns:a16="http://schemas.microsoft.com/office/drawing/2014/main" id="{718EC8D8-7DDC-4F59-A7E1-E951E575A788}"/>
              </a:ext>
            </a:extLst>
          </p:cNvPr>
          <p:cNvSpPr>
            <a:spLocks xmlns:a="http://schemas.openxmlformats.org/drawingml/2006/main" noGrp="1"/>
          </p:cNvSpPr>
          <p:nvPr/>
        </p:nvSpPr>
        <p:spPr>
          <a:xfrm xmlns:a="http://schemas.openxmlformats.org/drawingml/2006/main">
            <a:off x="8667750" y="3781425"/>
            <a:ext cx="285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111738"/>
                </a:solidFill>
                <a:latin typeface="Avenir Next"/>
                <a:ea typeface="Avenir Next"/>
                <a:cs typeface="Avenir Next"/>
              </a:defRPr>
            </a:defPPr>
            <a:lvl1pPr algn="l">
              <a:defRPr sz="2100" b="1">
                <a:solidFill>
                  <a:srgbClr val="111738"/>
                </a:solidFill>
                <a:latin typeface="Avenir Next"/>
                <a:ea typeface="Avenir Next"/>
                <a:cs typeface="Avenir Next"/>
              </a:defRPr>
            </a:lvl1pPr>
            <a:lvl2pPr algn="l">
              <a:defRPr sz="2100" b="1">
                <a:solidFill>
                  <a:srgbClr val="111738"/>
                </a:solidFill>
                <a:latin typeface="Avenir Next"/>
                <a:ea typeface="Avenir Next"/>
                <a:cs typeface="Avenir Next"/>
              </a:defRPr>
            </a:lvl2pPr>
            <a:lvl3pPr algn="l">
              <a:defRPr sz="2100" b="1">
                <a:solidFill>
                  <a:srgbClr val="111738"/>
                </a:solidFill>
                <a:latin typeface="Avenir Next"/>
                <a:ea typeface="Avenir Next"/>
                <a:cs typeface="Avenir Next"/>
              </a:defRPr>
            </a:lvl3pPr>
            <a:lvl4pPr algn="l">
              <a:defRPr sz="2100" b="1">
                <a:solidFill>
                  <a:srgbClr val="111738"/>
                </a:solidFill>
                <a:latin typeface="Avenir Next"/>
                <a:ea typeface="Avenir Next"/>
                <a:cs typeface="Avenir Next"/>
              </a:defRPr>
            </a:lvl4pPr>
            <a:lvl5pPr algn="l">
              <a:defRPr sz="2100" b="1">
                <a:solidFill>
                  <a:srgbClr val="111738"/>
                </a:solidFill>
                <a:latin typeface="Avenir Next"/>
                <a:ea typeface="Avenir Next"/>
                <a:cs typeface="Avenir Next"/>
              </a:defRPr>
            </a:lvl5pPr>
            <a:lvl6pPr algn="l">
              <a:defRPr sz="2100" b="1">
                <a:solidFill>
                  <a:srgbClr val="111738"/>
                </a:solidFill>
                <a:latin typeface="Avenir Next"/>
                <a:ea typeface="Avenir Next"/>
                <a:cs typeface="Avenir Next"/>
              </a:defRPr>
            </a:lvl6pPr>
            <a:lvl7pPr algn="l">
              <a:defRPr sz="2100" b="1">
                <a:solidFill>
                  <a:srgbClr val="111738"/>
                </a:solidFill>
                <a:latin typeface="Avenir Next"/>
                <a:ea typeface="Avenir Next"/>
                <a:cs typeface="Avenir Next"/>
              </a:defRPr>
            </a:lvl7pPr>
            <a:lvl8pPr algn="l">
              <a:defRPr sz="2100" b="1">
                <a:solidFill>
                  <a:srgbClr val="111738"/>
                </a:solidFill>
                <a:latin typeface="Avenir Next"/>
                <a:ea typeface="Avenir Next"/>
                <a:cs typeface="Avenir Next"/>
              </a:defRPr>
            </a:lvl8pPr>
            <a:lvl9pPr algn="l">
              <a:defRPr sz="2100" b="1">
                <a:solidFill>
                  <a:srgbClr val="111738"/>
                </a:solidFill>
                <a:latin typeface="Avenir Next"/>
                <a:ea typeface="Avenir Next"/>
                <a:cs typeface="Avenir Next"/>
              </a:defRPr>
            </a:lvl9pPr>
          </a:lstStyle>
          <a:p xmlns:a="http://schemas.openxmlformats.org/drawingml/2006/main">
            <a:pPr algn="l">
              <a:defRPr sz="2100" b="1">
                <a:solidFill>
                  <a:srgbClr val="111738"/>
                </a:solidFill>
                <a:latin typeface="Avenir Next"/>
                <a:ea typeface="Avenir Next"/>
                <a:cs typeface="Avenir Next"/>
              </a:defRPr>
            </a:pPr>
            <a:r>
              <a:rPr sz="2100" b="1">
                <a:solidFill>
                  <a:srgbClr val="111738"/>
                </a:solidFill>
                <a:latin typeface="Avenir Next"/>
                <a:ea typeface="Avenir Next"/>
                <a:cs typeface="Avenir Next"/>
              </a:rPr>
              <a:t>Deux entrées visibles</a:t>
            </a:r>
          </a:p>
        </p:txBody>
      </p:sp>
      <p:sp>
        <p:nvSpPr>
          <p:cNvPr id="20" name="Une recherche directe">
            <a:extLst xmlns:a="http://schemas.openxmlformats.org/drawingml/2006/main">
              <a:ext uri="{FF2B5EF4-FFF2-40B4-BE49-F238E27FC236}">
                <a16:creationId xmlns:a16="http://schemas.microsoft.com/office/drawing/2014/main" id="{EC2AC01F-571D-46FB-B001-1676A3F7C7B0}"/>
              </a:ext>
            </a:extLst>
          </p:cNvPr>
          <p:cNvSpPr>
            <a:spLocks xmlns:a="http://schemas.openxmlformats.org/drawingml/2006/main" noGrp="1"/>
          </p:cNvSpPr>
          <p:nvPr/>
        </p:nvSpPr>
        <p:spPr>
          <a:xfrm xmlns:a="http://schemas.openxmlformats.org/drawingml/2006/main">
            <a:off x="8667750" y="4733925"/>
            <a:ext cx="285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111738"/>
                </a:solidFill>
                <a:latin typeface="Avenir Next"/>
                <a:ea typeface="Avenir Next"/>
                <a:cs typeface="Avenir Next"/>
              </a:defRPr>
            </a:defPPr>
            <a:lvl1pPr algn="l">
              <a:defRPr sz="2100" b="1">
                <a:solidFill>
                  <a:srgbClr val="111738"/>
                </a:solidFill>
                <a:latin typeface="Avenir Next"/>
                <a:ea typeface="Avenir Next"/>
                <a:cs typeface="Avenir Next"/>
              </a:defRPr>
            </a:lvl1pPr>
            <a:lvl2pPr algn="l">
              <a:defRPr sz="2100" b="1">
                <a:solidFill>
                  <a:srgbClr val="111738"/>
                </a:solidFill>
                <a:latin typeface="Avenir Next"/>
                <a:ea typeface="Avenir Next"/>
                <a:cs typeface="Avenir Next"/>
              </a:defRPr>
            </a:lvl2pPr>
            <a:lvl3pPr algn="l">
              <a:defRPr sz="2100" b="1">
                <a:solidFill>
                  <a:srgbClr val="111738"/>
                </a:solidFill>
                <a:latin typeface="Avenir Next"/>
                <a:ea typeface="Avenir Next"/>
                <a:cs typeface="Avenir Next"/>
              </a:defRPr>
            </a:lvl3pPr>
            <a:lvl4pPr algn="l">
              <a:defRPr sz="2100" b="1">
                <a:solidFill>
                  <a:srgbClr val="111738"/>
                </a:solidFill>
                <a:latin typeface="Avenir Next"/>
                <a:ea typeface="Avenir Next"/>
                <a:cs typeface="Avenir Next"/>
              </a:defRPr>
            </a:lvl4pPr>
            <a:lvl5pPr algn="l">
              <a:defRPr sz="2100" b="1">
                <a:solidFill>
                  <a:srgbClr val="111738"/>
                </a:solidFill>
                <a:latin typeface="Avenir Next"/>
                <a:ea typeface="Avenir Next"/>
                <a:cs typeface="Avenir Next"/>
              </a:defRPr>
            </a:lvl5pPr>
            <a:lvl6pPr algn="l">
              <a:defRPr sz="2100" b="1">
                <a:solidFill>
                  <a:srgbClr val="111738"/>
                </a:solidFill>
                <a:latin typeface="Avenir Next"/>
                <a:ea typeface="Avenir Next"/>
                <a:cs typeface="Avenir Next"/>
              </a:defRPr>
            </a:lvl6pPr>
            <a:lvl7pPr algn="l">
              <a:defRPr sz="2100" b="1">
                <a:solidFill>
                  <a:srgbClr val="111738"/>
                </a:solidFill>
                <a:latin typeface="Avenir Next"/>
                <a:ea typeface="Avenir Next"/>
                <a:cs typeface="Avenir Next"/>
              </a:defRPr>
            </a:lvl7pPr>
            <a:lvl8pPr algn="l">
              <a:defRPr sz="2100" b="1">
                <a:solidFill>
                  <a:srgbClr val="111738"/>
                </a:solidFill>
                <a:latin typeface="Avenir Next"/>
                <a:ea typeface="Avenir Next"/>
                <a:cs typeface="Avenir Next"/>
              </a:defRPr>
            </a:lvl8pPr>
            <a:lvl9pPr algn="l">
              <a:defRPr sz="2100" b="1">
                <a:solidFill>
                  <a:srgbClr val="111738"/>
                </a:solidFill>
                <a:latin typeface="Avenir Next"/>
                <a:ea typeface="Avenir Next"/>
                <a:cs typeface="Avenir Next"/>
              </a:defRPr>
            </a:lvl9pPr>
          </a:lstStyle>
          <a:p xmlns:a="http://schemas.openxmlformats.org/drawingml/2006/main">
            <a:pPr algn="l">
              <a:defRPr sz="2100" b="1">
                <a:solidFill>
                  <a:srgbClr val="111738"/>
                </a:solidFill>
                <a:latin typeface="Avenir Next"/>
                <a:ea typeface="Avenir Next"/>
                <a:cs typeface="Avenir Next"/>
              </a:defRPr>
            </a:pPr>
            <a:r>
              <a:rPr sz="2100" b="1">
                <a:solidFill>
                  <a:srgbClr val="111738"/>
                </a:solidFill>
                <a:latin typeface="Avenir Next"/>
                <a:ea typeface="Avenir Next"/>
                <a:cs typeface="Avenir Next"/>
              </a:rPr>
              <a:t>Une recherche directe</a:t>
            </a:r>
          </a:p>
        </p:txBody>
      </p:sp>
      <p:sp>
        <p:nvSpPr>
          <p:cNvPr id="21" name="Prototype visuel existant.&#10;Recherche et co">
            <a:extLst xmlns:a="http://schemas.openxmlformats.org/drawingml/2006/main">
              <a:ext uri="{FF2B5EF4-FFF2-40B4-BE49-F238E27FC236}">
                <a16:creationId xmlns:a16="http://schemas.microsoft.com/office/drawing/2014/main" id="{A7C43713-81C5-4C1B-925A-622E39FDB340}"/>
              </a:ext>
            </a:extLst>
          </p:cNvPr>
          <p:cNvSpPr>
            <a:spLocks xmlns:a="http://schemas.openxmlformats.org/drawingml/2006/main" noGrp="1"/>
          </p:cNvSpPr>
          <p:nvPr/>
        </p:nvSpPr>
        <p:spPr>
          <a:xfrm xmlns:a="http://schemas.openxmlformats.org/drawingml/2006/main">
            <a:off x="8667750" y="5476875"/>
            <a:ext cx="28956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0">
                <a:solidFill>
                  <a:srgbClr val="454A66"/>
                </a:solidFill>
                <a:latin typeface="Avenir Next"/>
                <a:ea typeface="Avenir Next"/>
                <a:cs typeface="Avenir Next"/>
              </a:defRPr>
            </a:defPPr>
            <a:lvl1pPr algn="l">
              <a:defRPr sz="1425" b="0">
                <a:solidFill>
                  <a:srgbClr val="454A66"/>
                </a:solidFill>
                <a:latin typeface="Avenir Next"/>
                <a:ea typeface="Avenir Next"/>
                <a:cs typeface="Avenir Next"/>
              </a:defRPr>
            </a:lvl1pPr>
            <a:lvl2pPr algn="l">
              <a:defRPr sz="1425" b="0">
                <a:solidFill>
                  <a:srgbClr val="454A66"/>
                </a:solidFill>
                <a:latin typeface="Avenir Next"/>
                <a:ea typeface="Avenir Next"/>
                <a:cs typeface="Avenir Next"/>
              </a:defRPr>
            </a:lvl2pPr>
            <a:lvl3pPr algn="l">
              <a:defRPr sz="1425" b="0">
                <a:solidFill>
                  <a:srgbClr val="454A66"/>
                </a:solidFill>
                <a:latin typeface="Avenir Next"/>
                <a:ea typeface="Avenir Next"/>
                <a:cs typeface="Avenir Next"/>
              </a:defRPr>
            </a:lvl3pPr>
            <a:lvl4pPr algn="l">
              <a:defRPr sz="1425" b="0">
                <a:solidFill>
                  <a:srgbClr val="454A66"/>
                </a:solidFill>
                <a:latin typeface="Avenir Next"/>
                <a:ea typeface="Avenir Next"/>
                <a:cs typeface="Avenir Next"/>
              </a:defRPr>
            </a:lvl4pPr>
            <a:lvl5pPr algn="l">
              <a:defRPr sz="1425" b="0">
                <a:solidFill>
                  <a:srgbClr val="454A66"/>
                </a:solidFill>
                <a:latin typeface="Avenir Next"/>
                <a:ea typeface="Avenir Next"/>
                <a:cs typeface="Avenir Next"/>
              </a:defRPr>
            </a:lvl5pPr>
            <a:lvl6pPr algn="l">
              <a:defRPr sz="1425" b="0">
                <a:solidFill>
                  <a:srgbClr val="454A66"/>
                </a:solidFill>
                <a:latin typeface="Avenir Next"/>
                <a:ea typeface="Avenir Next"/>
                <a:cs typeface="Avenir Next"/>
              </a:defRPr>
            </a:lvl6pPr>
            <a:lvl7pPr algn="l">
              <a:defRPr sz="1425" b="0">
                <a:solidFill>
                  <a:srgbClr val="454A66"/>
                </a:solidFill>
                <a:latin typeface="Avenir Next"/>
                <a:ea typeface="Avenir Next"/>
                <a:cs typeface="Avenir Next"/>
              </a:defRPr>
            </a:lvl7pPr>
            <a:lvl8pPr algn="l">
              <a:defRPr sz="1425" b="0">
                <a:solidFill>
                  <a:srgbClr val="454A66"/>
                </a:solidFill>
                <a:latin typeface="Avenir Next"/>
                <a:ea typeface="Avenir Next"/>
                <a:cs typeface="Avenir Next"/>
              </a:defRPr>
            </a:lvl8pPr>
            <a:lvl9pPr algn="l">
              <a:defRPr sz="1425" b="0">
                <a:solidFill>
                  <a:srgbClr val="454A66"/>
                </a:solidFill>
                <a:latin typeface="Avenir Next"/>
                <a:ea typeface="Avenir Next"/>
                <a:cs typeface="Avenir Next"/>
              </a:defRPr>
            </a:lvl9pPr>
          </a:lstStyle>
          <a:p xmlns:a="http://schemas.openxmlformats.org/drawingml/2006/main">
            <a:pPr algn="l">
              <a:defRPr sz="1425" b="0">
                <a:solidFill>
                  <a:srgbClr val="454A66"/>
                </a:solidFill>
                <a:latin typeface="Avenir Next"/>
                <a:ea typeface="Avenir Next"/>
                <a:cs typeface="Avenir Next"/>
              </a:defRPr>
            </a:pPr>
            <a:r>
              <a:rPr sz="1425" b="0">
                <a:solidFill>
                  <a:srgbClr val="454A66"/>
                </a:solidFill>
                <a:latin typeface="Avenir Next"/>
                <a:ea typeface="Avenir Next"/>
                <a:cs typeface="Avenir Next"/>
              </a:rPr>
              <a:t>Prototype visuel existant.</a:t>
            </a:r>
          </a:p>
          <a:p xmlns:a="http://schemas.openxmlformats.org/drawingml/2006/main">
            <a:pPr algn="l">
              <a:defRPr sz="1425" b="0">
                <a:solidFill>
                  <a:srgbClr val="454A66"/>
                </a:solidFill>
                <a:latin typeface="Avenir Next"/>
                <a:ea typeface="Avenir Next"/>
                <a:cs typeface="Avenir Next"/>
              </a:defRPr>
            </a:pPr>
            <a:r>
              <a:rPr sz="1425" b="0">
                <a:solidFill>
                  <a:srgbClr val="454A66"/>
                </a:solidFill>
                <a:latin typeface="Avenir Next"/>
                <a:ea typeface="Avenir Next"/>
                <a:cs typeface="Avenir Next"/>
              </a:rPr>
              <a:t>Recherche et comptes</a:t>
            </a:r>
          </a:p>
          <a:p xmlns:a="http://schemas.openxmlformats.org/drawingml/2006/main">
            <a:pPr algn="l">
              <a:defRPr sz="1425" b="0">
                <a:solidFill>
                  <a:srgbClr val="454A66"/>
                </a:solidFill>
                <a:latin typeface="Avenir Next"/>
                <a:ea typeface="Avenir Next"/>
                <a:cs typeface="Avenir Next"/>
              </a:defRPr>
            </a:pPr>
            <a:r>
              <a:rPr sz="1425" b="0">
                <a:solidFill>
                  <a:srgbClr val="454A66"/>
                </a:solidFill>
                <a:latin typeface="Avenir Next"/>
                <a:ea typeface="Avenir Next"/>
                <a:cs typeface="Avenir Next"/>
              </a:rPr>
              <a:t>à développer.</a:t>
            </a:r>
          </a:p>
        </p:txBody>
      </p:sp>
    </p:spTree>
    <p:extLst>
      <p:ext uri="{BB962C8B-B14F-4D97-AF65-F5344CB8AC3E}">
        <p14:creationId xmlns:p14="http://schemas.microsoft.com/office/powerpoint/2010/main" val="197269906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Assistant IA : parcours et conception">
            <a:extLst xmlns:a="http://schemas.openxmlformats.org/drawingml/2006/main">
              <a:ext uri="{FF2B5EF4-FFF2-40B4-BE49-F238E27FC236}">
                <a16:creationId xmlns:a16="http://schemas.microsoft.com/office/drawing/2014/main" id="{C356953A-8B0D-4E3C-929F-F0FA1C30ED3C}"/>
              </a:ext>
            </a:extLst>
          </p:cNvPr>
          <p:cNvSpPr>
            <a:spLocks xmlns:a="http://schemas.openxmlformats.org/drawingml/2006/main" noGrp="1"/>
          </p:cNvSpPr>
          <p:nvPr/>
        </p:nvSpPr>
        <p:spPr>
          <a:xfrm xmlns:a="http://schemas.openxmlformats.org/drawingml/2006/main">
            <a:off x="609600" y="42862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1738"/>
                </a:solidFill>
                <a:latin typeface="Avenir Next"/>
                <a:ea typeface="Avenir Next"/>
                <a:cs typeface="Avenir Next"/>
              </a:defRPr>
            </a:defPPr>
            <a:lvl1pPr algn="l">
              <a:defRPr sz="3300" b="1">
                <a:solidFill>
                  <a:srgbClr val="111738"/>
                </a:solidFill>
                <a:latin typeface="Avenir Next"/>
                <a:ea typeface="Avenir Next"/>
                <a:cs typeface="Avenir Next"/>
              </a:defRPr>
            </a:lvl1pPr>
            <a:lvl2pPr algn="l">
              <a:defRPr sz="3300" b="1">
                <a:solidFill>
                  <a:srgbClr val="111738"/>
                </a:solidFill>
                <a:latin typeface="Avenir Next"/>
                <a:ea typeface="Avenir Next"/>
                <a:cs typeface="Avenir Next"/>
              </a:defRPr>
            </a:lvl2pPr>
            <a:lvl3pPr algn="l">
              <a:defRPr sz="3300" b="1">
                <a:solidFill>
                  <a:srgbClr val="111738"/>
                </a:solidFill>
                <a:latin typeface="Avenir Next"/>
                <a:ea typeface="Avenir Next"/>
                <a:cs typeface="Avenir Next"/>
              </a:defRPr>
            </a:lvl3pPr>
            <a:lvl4pPr algn="l">
              <a:defRPr sz="3300" b="1">
                <a:solidFill>
                  <a:srgbClr val="111738"/>
                </a:solidFill>
                <a:latin typeface="Avenir Next"/>
                <a:ea typeface="Avenir Next"/>
                <a:cs typeface="Avenir Next"/>
              </a:defRPr>
            </a:lvl4pPr>
            <a:lvl5pPr algn="l">
              <a:defRPr sz="3300" b="1">
                <a:solidFill>
                  <a:srgbClr val="111738"/>
                </a:solidFill>
                <a:latin typeface="Avenir Next"/>
                <a:ea typeface="Avenir Next"/>
                <a:cs typeface="Avenir Next"/>
              </a:defRPr>
            </a:lvl5pPr>
            <a:lvl6pPr algn="l">
              <a:defRPr sz="3300" b="1">
                <a:solidFill>
                  <a:srgbClr val="111738"/>
                </a:solidFill>
                <a:latin typeface="Avenir Next"/>
                <a:ea typeface="Avenir Next"/>
                <a:cs typeface="Avenir Next"/>
              </a:defRPr>
            </a:lvl6pPr>
            <a:lvl7pPr algn="l">
              <a:defRPr sz="3300" b="1">
                <a:solidFill>
                  <a:srgbClr val="111738"/>
                </a:solidFill>
                <a:latin typeface="Avenir Next"/>
                <a:ea typeface="Avenir Next"/>
                <a:cs typeface="Avenir Next"/>
              </a:defRPr>
            </a:lvl7pPr>
            <a:lvl8pPr algn="l">
              <a:defRPr sz="3300" b="1">
                <a:solidFill>
                  <a:srgbClr val="111738"/>
                </a:solidFill>
                <a:latin typeface="Avenir Next"/>
                <a:ea typeface="Avenir Next"/>
                <a:cs typeface="Avenir Next"/>
              </a:defRPr>
            </a:lvl8pPr>
            <a:lvl9pPr algn="l">
              <a:defRPr sz="3300" b="1">
                <a:solidFill>
                  <a:srgbClr val="111738"/>
                </a:solidFill>
                <a:latin typeface="Avenir Next"/>
                <a:ea typeface="Avenir Next"/>
                <a:cs typeface="Avenir Next"/>
              </a:defRPr>
            </a:lvl9pPr>
          </a:lstStyle>
          <a:p xmlns:a="http://schemas.openxmlformats.org/drawingml/2006/main">
            <a:pPr algn="l">
              <a:defRPr sz="3300" b="1">
                <a:solidFill>
                  <a:srgbClr val="111738"/>
                </a:solidFill>
                <a:latin typeface="Avenir Next"/>
                <a:ea typeface="Avenir Next"/>
                <a:cs typeface="Avenir Next"/>
              </a:defRPr>
            </a:pPr>
            <a:r>
              <a:rPr sz="3300" b="1">
                <a:solidFill>
                  <a:srgbClr val="111738"/>
                </a:solidFill>
                <a:latin typeface="Avenir Next"/>
                <a:ea typeface="Avenir Next"/>
                <a:cs typeface="Avenir Next"/>
              </a:rPr>
              <a:t>Assistant IA : parcours et conception</a:t>
            </a:r>
          </a:p>
        </p:txBody>
      </p:sp>
      <p:sp>
        <p:nvSpPr>
          <p:cNvPr id="2" name="Prototype proposé : API et prompt engineer">
            <a:extLst xmlns:a="http://schemas.openxmlformats.org/drawingml/2006/main">
              <a:ext uri="{FF2B5EF4-FFF2-40B4-BE49-F238E27FC236}">
                <a16:creationId xmlns:a16="http://schemas.microsoft.com/office/drawing/2014/main" id="{77EDE88B-89E5-4707-9279-272540790FC6}"/>
              </a:ext>
            </a:extLst>
          </p:cNvPr>
          <p:cNvSpPr>
            <a:spLocks xmlns:a="http://schemas.openxmlformats.org/drawingml/2006/main" noGrp="1"/>
          </p:cNvSpPr>
          <p:nvPr/>
        </p:nvSpPr>
        <p:spPr>
          <a:xfrm xmlns:a="http://schemas.openxmlformats.org/drawingml/2006/main">
            <a:off x="609600" y="1190625"/>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454A66"/>
                </a:solidFill>
                <a:latin typeface="Avenir Next"/>
                <a:ea typeface="Avenir Next"/>
                <a:cs typeface="Avenir Next"/>
              </a:defRPr>
            </a:defPPr>
            <a:lvl1pPr algn="l">
              <a:defRPr sz="1725" b="0">
                <a:solidFill>
                  <a:srgbClr val="454A66"/>
                </a:solidFill>
                <a:latin typeface="Avenir Next"/>
                <a:ea typeface="Avenir Next"/>
                <a:cs typeface="Avenir Next"/>
              </a:defRPr>
            </a:lvl1pPr>
            <a:lvl2pPr algn="l">
              <a:defRPr sz="1725" b="0">
                <a:solidFill>
                  <a:srgbClr val="454A66"/>
                </a:solidFill>
                <a:latin typeface="Avenir Next"/>
                <a:ea typeface="Avenir Next"/>
                <a:cs typeface="Avenir Next"/>
              </a:defRPr>
            </a:lvl2pPr>
            <a:lvl3pPr algn="l">
              <a:defRPr sz="1725" b="0">
                <a:solidFill>
                  <a:srgbClr val="454A66"/>
                </a:solidFill>
                <a:latin typeface="Avenir Next"/>
                <a:ea typeface="Avenir Next"/>
                <a:cs typeface="Avenir Next"/>
              </a:defRPr>
            </a:lvl3pPr>
            <a:lvl4pPr algn="l">
              <a:defRPr sz="1725" b="0">
                <a:solidFill>
                  <a:srgbClr val="454A66"/>
                </a:solidFill>
                <a:latin typeface="Avenir Next"/>
                <a:ea typeface="Avenir Next"/>
                <a:cs typeface="Avenir Next"/>
              </a:defRPr>
            </a:lvl4pPr>
            <a:lvl5pPr algn="l">
              <a:defRPr sz="1725" b="0">
                <a:solidFill>
                  <a:srgbClr val="454A66"/>
                </a:solidFill>
                <a:latin typeface="Avenir Next"/>
                <a:ea typeface="Avenir Next"/>
                <a:cs typeface="Avenir Next"/>
              </a:defRPr>
            </a:lvl5pPr>
            <a:lvl6pPr algn="l">
              <a:defRPr sz="1725" b="0">
                <a:solidFill>
                  <a:srgbClr val="454A66"/>
                </a:solidFill>
                <a:latin typeface="Avenir Next"/>
                <a:ea typeface="Avenir Next"/>
                <a:cs typeface="Avenir Next"/>
              </a:defRPr>
            </a:lvl6pPr>
            <a:lvl7pPr algn="l">
              <a:defRPr sz="1725" b="0">
                <a:solidFill>
                  <a:srgbClr val="454A66"/>
                </a:solidFill>
                <a:latin typeface="Avenir Next"/>
                <a:ea typeface="Avenir Next"/>
                <a:cs typeface="Avenir Next"/>
              </a:defRPr>
            </a:lvl7pPr>
            <a:lvl8pPr algn="l">
              <a:defRPr sz="1725" b="0">
                <a:solidFill>
                  <a:srgbClr val="454A66"/>
                </a:solidFill>
                <a:latin typeface="Avenir Next"/>
                <a:ea typeface="Avenir Next"/>
                <a:cs typeface="Avenir Next"/>
              </a:defRPr>
            </a:lvl8pPr>
            <a:lvl9pPr algn="l">
              <a:defRPr sz="1725" b="0">
                <a:solidFill>
                  <a:srgbClr val="454A66"/>
                </a:solidFill>
                <a:latin typeface="Avenir Next"/>
                <a:ea typeface="Avenir Next"/>
                <a:cs typeface="Avenir Next"/>
              </a:defRPr>
            </a:lvl9pPr>
          </a:lstStyle>
          <a:p xmlns:a="http://schemas.openxmlformats.org/drawingml/2006/main">
            <a:pPr algn="l">
              <a:defRPr sz="1725" b="0">
                <a:solidFill>
                  <a:srgbClr val="454A66"/>
                </a:solidFill>
                <a:latin typeface="Avenir Next"/>
                <a:ea typeface="Avenir Next"/>
                <a:cs typeface="Avenir Next"/>
              </a:defRPr>
            </a:pPr>
            <a:r>
              <a:rPr sz="1725" b="0">
                <a:solidFill>
                  <a:srgbClr val="454A66"/>
                </a:solidFill>
                <a:latin typeface="Avenir Next"/>
                <a:ea typeface="Avenir Next"/>
                <a:cs typeface="Avenir Next"/>
              </a:rPr>
              <a:t>Prototype proposé : API et prompt engineering, sans véritable RAG</a:t>
            </a:r>
          </a:p>
        </p:txBody>
      </p:sp>
      <p:sp>
        <p:nvSpPr>
          <p:cNvPr id="3" name="G1D Lab  /  APP ISEP">
            <a:extLst xmlns:a="http://schemas.openxmlformats.org/drawingml/2006/main">
              <a:ext uri="{FF2B5EF4-FFF2-40B4-BE49-F238E27FC236}">
                <a16:creationId xmlns:a16="http://schemas.microsoft.com/office/drawing/2014/main" id="{98A4165A-D84F-41C8-BB84-B5A200D83AEF}"/>
              </a:ext>
            </a:extLst>
          </p:cNvPr>
          <p:cNvSpPr>
            <a:spLocks xmlns:a="http://schemas.openxmlformats.org/drawingml/2006/main" noGrp="1"/>
          </p:cNvSpPr>
          <p:nvPr/>
        </p:nvSpPr>
        <p:spPr>
          <a:xfrm xmlns:a="http://schemas.openxmlformats.org/drawingml/2006/main">
            <a:off x="609600" y="6448425"/>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454A66"/>
                </a:solidFill>
                <a:latin typeface="Avenir Next"/>
                <a:ea typeface="Avenir Next"/>
                <a:cs typeface="Avenir Next"/>
              </a:defRPr>
            </a:defPPr>
            <a:lvl1pPr algn="l">
              <a:defRPr sz="1125" b="0">
                <a:solidFill>
                  <a:srgbClr val="454A66"/>
                </a:solidFill>
                <a:latin typeface="Avenir Next"/>
                <a:ea typeface="Avenir Next"/>
                <a:cs typeface="Avenir Next"/>
              </a:defRPr>
            </a:lvl1pPr>
            <a:lvl2pPr algn="l">
              <a:defRPr sz="1125" b="0">
                <a:solidFill>
                  <a:srgbClr val="454A66"/>
                </a:solidFill>
                <a:latin typeface="Avenir Next"/>
                <a:ea typeface="Avenir Next"/>
                <a:cs typeface="Avenir Next"/>
              </a:defRPr>
            </a:lvl2pPr>
            <a:lvl3pPr algn="l">
              <a:defRPr sz="1125" b="0">
                <a:solidFill>
                  <a:srgbClr val="454A66"/>
                </a:solidFill>
                <a:latin typeface="Avenir Next"/>
                <a:ea typeface="Avenir Next"/>
                <a:cs typeface="Avenir Next"/>
              </a:defRPr>
            </a:lvl3pPr>
            <a:lvl4pPr algn="l">
              <a:defRPr sz="1125" b="0">
                <a:solidFill>
                  <a:srgbClr val="454A66"/>
                </a:solidFill>
                <a:latin typeface="Avenir Next"/>
                <a:ea typeface="Avenir Next"/>
                <a:cs typeface="Avenir Next"/>
              </a:defRPr>
            </a:lvl4pPr>
            <a:lvl5pPr algn="l">
              <a:defRPr sz="1125" b="0">
                <a:solidFill>
                  <a:srgbClr val="454A66"/>
                </a:solidFill>
                <a:latin typeface="Avenir Next"/>
                <a:ea typeface="Avenir Next"/>
                <a:cs typeface="Avenir Next"/>
              </a:defRPr>
            </a:lvl5pPr>
            <a:lvl6pPr algn="l">
              <a:defRPr sz="1125" b="0">
                <a:solidFill>
                  <a:srgbClr val="454A66"/>
                </a:solidFill>
                <a:latin typeface="Avenir Next"/>
                <a:ea typeface="Avenir Next"/>
                <a:cs typeface="Avenir Next"/>
              </a:defRPr>
            </a:lvl6pPr>
            <a:lvl7pPr algn="l">
              <a:defRPr sz="1125" b="0">
                <a:solidFill>
                  <a:srgbClr val="454A66"/>
                </a:solidFill>
                <a:latin typeface="Avenir Next"/>
                <a:ea typeface="Avenir Next"/>
                <a:cs typeface="Avenir Next"/>
              </a:defRPr>
            </a:lvl7pPr>
            <a:lvl8pPr algn="l">
              <a:defRPr sz="1125" b="0">
                <a:solidFill>
                  <a:srgbClr val="454A66"/>
                </a:solidFill>
                <a:latin typeface="Avenir Next"/>
                <a:ea typeface="Avenir Next"/>
                <a:cs typeface="Avenir Next"/>
              </a:defRPr>
            </a:lvl8pPr>
            <a:lvl9pPr algn="l">
              <a:defRPr sz="1125" b="0">
                <a:solidFill>
                  <a:srgbClr val="454A66"/>
                </a:solidFill>
                <a:latin typeface="Avenir Next"/>
                <a:ea typeface="Avenir Next"/>
                <a:cs typeface="Avenir Next"/>
              </a:defRPr>
            </a:lvl9pPr>
          </a:lstStyle>
          <a:p xmlns:a="http://schemas.openxmlformats.org/drawingml/2006/main">
            <a:pPr algn="l">
              <a:defRPr sz="1125" b="0">
                <a:solidFill>
                  <a:srgbClr val="454A66"/>
                </a:solidFill>
                <a:latin typeface="Avenir Next"/>
                <a:ea typeface="Avenir Next"/>
                <a:cs typeface="Avenir Next"/>
              </a:defRPr>
            </a:pPr>
            <a:r>
              <a:rPr sz="1125" b="0">
                <a:solidFill>
                  <a:srgbClr val="454A66"/>
                </a:solidFill>
                <a:latin typeface="Avenir Next"/>
                <a:ea typeface="Avenir Next"/>
                <a:cs typeface="Avenir Next"/>
              </a:rPr>
              <a:t>G1D Lab  /  APP ISEP</a:t>
            </a:r>
          </a:p>
        </p:txBody>
      </p:sp>
      <p:sp>
        <p:nvSpPr>
          <p:cNvPr id="4" name="07">
            <a:extLst xmlns:a="http://schemas.openxmlformats.org/drawingml/2006/main">
              <a:ext uri="{FF2B5EF4-FFF2-40B4-BE49-F238E27FC236}">
                <a16:creationId xmlns:a16="http://schemas.microsoft.com/office/drawing/2014/main" id="{D4485B87-DF33-4105-B267-1999C02EBC79}"/>
              </a:ext>
            </a:extLst>
          </p:cNvPr>
          <p:cNvSpPr>
            <a:spLocks xmlns:a="http://schemas.openxmlformats.org/drawingml/2006/main" noGrp="1"/>
          </p:cNvSpPr>
          <p:nvPr/>
        </p:nvSpPr>
        <p:spPr>
          <a:xfrm xmlns:a="http://schemas.openxmlformats.org/drawingml/2006/main">
            <a:off x="10953750" y="641985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75" b="0">
                <a:solidFill>
                  <a:srgbClr val="454A66"/>
                </a:solidFill>
                <a:latin typeface="Avenir Next"/>
                <a:ea typeface="Avenir Next"/>
                <a:cs typeface="Avenir Next"/>
              </a:defRPr>
            </a:defPPr>
            <a:lvl1pPr algn="r">
              <a:defRPr sz="1275" b="0">
                <a:solidFill>
                  <a:srgbClr val="454A66"/>
                </a:solidFill>
                <a:latin typeface="Avenir Next"/>
                <a:ea typeface="Avenir Next"/>
                <a:cs typeface="Avenir Next"/>
              </a:defRPr>
            </a:lvl1pPr>
            <a:lvl2pPr algn="r">
              <a:defRPr sz="1275" b="0">
                <a:solidFill>
                  <a:srgbClr val="454A66"/>
                </a:solidFill>
                <a:latin typeface="Avenir Next"/>
                <a:ea typeface="Avenir Next"/>
                <a:cs typeface="Avenir Next"/>
              </a:defRPr>
            </a:lvl2pPr>
            <a:lvl3pPr algn="r">
              <a:defRPr sz="1275" b="0">
                <a:solidFill>
                  <a:srgbClr val="454A66"/>
                </a:solidFill>
                <a:latin typeface="Avenir Next"/>
                <a:ea typeface="Avenir Next"/>
                <a:cs typeface="Avenir Next"/>
              </a:defRPr>
            </a:lvl3pPr>
            <a:lvl4pPr algn="r">
              <a:defRPr sz="1275" b="0">
                <a:solidFill>
                  <a:srgbClr val="454A66"/>
                </a:solidFill>
                <a:latin typeface="Avenir Next"/>
                <a:ea typeface="Avenir Next"/>
                <a:cs typeface="Avenir Next"/>
              </a:defRPr>
            </a:lvl4pPr>
            <a:lvl5pPr algn="r">
              <a:defRPr sz="1275" b="0">
                <a:solidFill>
                  <a:srgbClr val="454A66"/>
                </a:solidFill>
                <a:latin typeface="Avenir Next"/>
                <a:ea typeface="Avenir Next"/>
                <a:cs typeface="Avenir Next"/>
              </a:defRPr>
            </a:lvl5pPr>
            <a:lvl6pPr algn="r">
              <a:defRPr sz="1275" b="0">
                <a:solidFill>
                  <a:srgbClr val="454A66"/>
                </a:solidFill>
                <a:latin typeface="Avenir Next"/>
                <a:ea typeface="Avenir Next"/>
                <a:cs typeface="Avenir Next"/>
              </a:defRPr>
            </a:lvl6pPr>
            <a:lvl7pPr algn="r">
              <a:defRPr sz="1275" b="0">
                <a:solidFill>
                  <a:srgbClr val="454A66"/>
                </a:solidFill>
                <a:latin typeface="Avenir Next"/>
                <a:ea typeface="Avenir Next"/>
                <a:cs typeface="Avenir Next"/>
              </a:defRPr>
            </a:lvl7pPr>
            <a:lvl8pPr algn="r">
              <a:defRPr sz="1275" b="0">
                <a:solidFill>
                  <a:srgbClr val="454A66"/>
                </a:solidFill>
                <a:latin typeface="Avenir Next"/>
                <a:ea typeface="Avenir Next"/>
                <a:cs typeface="Avenir Next"/>
              </a:defRPr>
            </a:lvl8pPr>
            <a:lvl9pPr algn="r">
              <a:defRPr sz="1275" b="0">
                <a:solidFill>
                  <a:srgbClr val="454A66"/>
                </a:solidFill>
                <a:latin typeface="Avenir Next"/>
                <a:ea typeface="Avenir Next"/>
                <a:cs typeface="Avenir Next"/>
              </a:defRPr>
            </a:lvl9pPr>
          </a:lstStyle>
          <a:p xmlns:a="http://schemas.openxmlformats.org/drawingml/2006/main">
            <a:pPr algn="r">
              <a:defRPr sz="1275" b="0">
                <a:solidFill>
                  <a:srgbClr val="454A66"/>
                </a:solidFill>
                <a:latin typeface="Avenir Next"/>
                <a:ea typeface="Avenir Next"/>
                <a:cs typeface="Avenir Next"/>
              </a:defRPr>
            </a:pPr>
            <a:r>
              <a:rPr sz="1275" b="0">
                <a:solidFill>
                  <a:srgbClr val="454A66"/>
                </a:solidFill>
                <a:latin typeface="Avenir Next"/>
                <a:ea typeface="Avenir Next"/>
                <a:cs typeface="Avenir Next"/>
              </a:rPr>
              <a:t>07</a:t>
            </a:r>
          </a:p>
        </p:txBody>
      </p:sp>
      <p:sp>
        <p:nvSpPr>
          <p:cNvPr id="5" name="">
            <a:extLst xmlns:a="http://schemas.openxmlformats.org/drawingml/2006/main">
              <a:ext uri="{FF2B5EF4-FFF2-40B4-BE49-F238E27FC236}">
                <a16:creationId xmlns:a16="http://schemas.microsoft.com/office/drawing/2014/main" id="{2BC07F62-F24F-43B2-AE0C-0C82FFC20B48}"/>
              </a:ext>
            </a:extLst>
          </p:cNvPr>
          <p:cNvSpPr>
            <a:spLocks xmlns:a="http://schemas.openxmlformats.org/drawingml/2006/main" noGrp="1"/>
          </p:cNvSpPr>
          <p:nvPr/>
        </p:nvSpPr>
        <p:spPr>
          <a:xfrm xmlns:a="http://schemas.openxmlformats.org/drawingml/2006/main">
            <a:off x="714375" y="1943100"/>
            <a:ext cx="5095875" cy="3486150"/>
          </a:xfrm>
          <a:prstGeom xmlns:a="http://schemas.openxmlformats.org/drawingml/2006/main" prst="roundRect">
            <a:avLst>
              <a:gd name="adj" fmla="val 3279"/>
            </a:avLst>
          </a:prstGeom>
          <a:solidFill xmlns:a="http://schemas.openxmlformats.org/drawingml/2006/main">
            <a:srgbClr val="FFFFFF"/>
          </a:solidFill>
          <a:ln xmlns:a="http://schemas.openxmlformats.org/drawingml/2006/main" w="11430">
            <a:solidFill>
              <a:srgbClr val="E1E3EE"/>
            </a:solidFill>
          </a:ln>
        </p:spPr>
      </p:sp>
      <p:sp>
        <p:nvSpPr>
          <p:cNvPr id="6" name="Assistant Joinly">
            <a:extLst xmlns:a="http://schemas.openxmlformats.org/drawingml/2006/main">
              <a:ext uri="{FF2B5EF4-FFF2-40B4-BE49-F238E27FC236}">
                <a16:creationId xmlns:a16="http://schemas.microsoft.com/office/drawing/2014/main" id="{B16DA34D-EBB6-4BB0-ABEC-01DF61ED0556}"/>
              </a:ext>
            </a:extLst>
          </p:cNvPr>
          <p:cNvSpPr>
            <a:spLocks xmlns:a="http://schemas.openxmlformats.org/drawingml/2006/main" noGrp="1"/>
          </p:cNvSpPr>
          <p:nvPr/>
        </p:nvSpPr>
        <p:spPr>
          <a:xfrm xmlns:a="http://schemas.openxmlformats.org/drawingml/2006/main">
            <a:off x="933450" y="2133600"/>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111738"/>
                </a:solidFill>
                <a:latin typeface="Avenir Next"/>
                <a:ea typeface="Avenir Next"/>
                <a:cs typeface="Avenir Next"/>
              </a:defRPr>
            </a:defPPr>
            <a:lvl1pPr algn="l">
              <a:defRPr sz="2100" b="1">
                <a:solidFill>
                  <a:srgbClr val="111738"/>
                </a:solidFill>
                <a:latin typeface="Avenir Next"/>
                <a:ea typeface="Avenir Next"/>
                <a:cs typeface="Avenir Next"/>
              </a:defRPr>
            </a:lvl1pPr>
            <a:lvl2pPr algn="l">
              <a:defRPr sz="2100" b="1">
                <a:solidFill>
                  <a:srgbClr val="111738"/>
                </a:solidFill>
                <a:latin typeface="Avenir Next"/>
                <a:ea typeface="Avenir Next"/>
                <a:cs typeface="Avenir Next"/>
              </a:defRPr>
            </a:lvl2pPr>
            <a:lvl3pPr algn="l">
              <a:defRPr sz="2100" b="1">
                <a:solidFill>
                  <a:srgbClr val="111738"/>
                </a:solidFill>
                <a:latin typeface="Avenir Next"/>
                <a:ea typeface="Avenir Next"/>
                <a:cs typeface="Avenir Next"/>
              </a:defRPr>
            </a:lvl3pPr>
            <a:lvl4pPr algn="l">
              <a:defRPr sz="2100" b="1">
                <a:solidFill>
                  <a:srgbClr val="111738"/>
                </a:solidFill>
                <a:latin typeface="Avenir Next"/>
                <a:ea typeface="Avenir Next"/>
                <a:cs typeface="Avenir Next"/>
              </a:defRPr>
            </a:lvl4pPr>
            <a:lvl5pPr algn="l">
              <a:defRPr sz="2100" b="1">
                <a:solidFill>
                  <a:srgbClr val="111738"/>
                </a:solidFill>
                <a:latin typeface="Avenir Next"/>
                <a:ea typeface="Avenir Next"/>
                <a:cs typeface="Avenir Next"/>
              </a:defRPr>
            </a:lvl5pPr>
            <a:lvl6pPr algn="l">
              <a:defRPr sz="2100" b="1">
                <a:solidFill>
                  <a:srgbClr val="111738"/>
                </a:solidFill>
                <a:latin typeface="Avenir Next"/>
                <a:ea typeface="Avenir Next"/>
                <a:cs typeface="Avenir Next"/>
              </a:defRPr>
            </a:lvl6pPr>
            <a:lvl7pPr algn="l">
              <a:defRPr sz="2100" b="1">
                <a:solidFill>
                  <a:srgbClr val="111738"/>
                </a:solidFill>
                <a:latin typeface="Avenir Next"/>
                <a:ea typeface="Avenir Next"/>
                <a:cs typeface="Avenir Next"/>
              </a:defRPr>
            </a:lvl7pPr>
            <a:lvl8pPr algn="l">
              <a:defRPr sz="2100" b="1">
                <a:solidFill>
                  <a:srgbClr val="111738"/>
                </a:solidFill>
                <a:latin typeface="Avenir Next"/>
                <a:ea typeface="Avenir Next"/>
                <a:cs typeface="Avenir Next"/>
              </a:defRPr>
            </a:lvl8pPr>
            <a:lvl9pPr algn="l">
              <a:defRPr sz="2100" b="1">
                <a:solidFill>
                  <a:srgbClr val="111738"/>
                </a:solidFill>
                <a:latin typeface="Avenir Next"/>
                <a:ea typeface="Avenir Next"/>
                <a:cs typeface="Avenir Next"/>
              </a:defRPr>
            </a:lvl9pPr>
          </a:lstStyle>
          <a:p xmlns:a="http://schemas.openxmlformats.org/drawingml/2006/main">
            <a:pPr algn="l">
              <a:defRPr sz="2100" b="1">
                <a:solidFill>
                  <a:srgbClr val="111738"/>
                </a:solidFill>
                <a:latin typeface="Avenir Next"/>
                <a:ea typeface="Avenir Next"/>
                <a:cs typeface="Avenir Next"/>
              </a:defRPr>
            </a:pPr>
            <a:r>
              <a:rPr sz="2100" b="1">
                <a:solidFill>
                  <a:srgbClr val="111738"/>
                </a:solidFill>
                <a:latin typeface="Avenir Next"/>
                <a:ea typeface="Avenir Next"/>
                <a:cs typeface="Avenir Next"/>
              </a:rPr>
              <a:t>Assistant Joinly</a:t>
            </a:r>
          </a:p>
        </p:txBody>
      </p:sp>
      <p:sp>
        <p:nvSpPr>
          <p:cNvPr id="7" name="« J’aime la photo. Une idée ce week-end ? ">
            <a:extLst xmlns:a="http://schemas.openxmlformats.org/drawingml/2006/main">
              <a:ext uri="{FF2B5EF4-FFF2-40B4-BE49-F238E27FC236}">
                <a16:creationId xmlns:a16="http://schemas.microsoft.com/office/drawing/2014/main" id="{323BA53E-3DAC-475A-96AB-7AAD1E25A0A4}"/>
              </a:ext>
            </a:extLst>
          </p:cNvPr>
          <p:cNvSpPr>
            <a:spLocks xmlns:a="http://schemas.openxmlformats.org/drawingml/2006/main" noGrp="1"/>
          </p:cNvSpPr>
          <p:nvPr/>
        </p:nvSpPr>
        <p:spPr>
          <a:xfrm xmlns:a="http://schemas.openxmlformats.org/drawingml/2006/main">
            <a:off x="933450" y="2819400"/>
            <a:ext cx="4572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454A66"/>
                </a:solidFill>
                <a:latin typeface="Avenir Next"/>
                <a:ea typeface="Avenir Next"/>
                <a:cs typeface="Avenir Next"/>
              </a:defRPr>
            </a:defPPr>
            <a:lvl1pPr algn="l">
              <a:defRPr sz="1725" b="0">
                <a:solidFill>
                  <a:srgbClr val="454A66"/>
                </a:solidFill>
                <a:latin typeface="Avenir Next"/>
                <a:ea typeface="Avenir Next"/>
                <a:cs typeface="Avenir Next"/>
              </a:defRPr>
            </a:lvl1pPr>
            <a:lvl2pPr algn="l">
              <a:defRPr sz="1725" b="0">
                <a:solidFill>
                  <a:srgbClr val="454A66"/>
                </a:solidFill>
                <a:latin typeface="Avenir Next"/>
                <a:ea typeface="Avenir Next"/>
                <a:cs typeface="Avenir Next"/>
              </a:defRPr>
            </a:lvl2pPr>
            <a:lvl3pPr algn="l">
              <a:defRPr sz="1725" b="0">
                <a:solidFill>
                  <a:srgbClr val="454A66"/>
                </a:solidFill>
                <a:latin typeface="Avenir Next"/>
                <a:ea typeface="Avenir Next"/>
                <a:cs typeface="Avenir Next"/>
              </a:defRPr>
            </a:lvl3pPr>
            <a:lvl4pPr algn="l">
              <a:defRPr sz="1725" b="0">
                <a:solidFill>
                  <a:srgbClr val="454A66"/>
                </a:solidFill>
                <a:latin typeface="Avenir Next"/>
                <a:ea typeface="Avenir Next"/>
                <a:cs typeface="Avenir Next"/>
              </a:defRPr>
            </a:lvl4pPr>
            <a:lvl5pPr algn="l">
              <a:defRPr sz="1725" b="0">
                <a:solidFill>
                  <a:srgbClr val="454A66"/>
                </a:solidFill>
                <a:latin typeface="Avenir Next"/>
                <a:ea typeface="Avenir Next"/>
                <a:cs typeface="Avenir Next"/>
              </a:defRPr>
            </a:lvl5pPr>
            <a:lvl6pPr algn="l">
              <a:defRPr sz="1725" b="0">
                <a:solidFill>
                  <a:srgbClr val="454A66"/>
                </a:solidFill>
                <a:latin typeface="Avenir Next"/>
                <a:ea typeface="Avenir Next"/>
                <a:cs typeface="Avenir Next"/>
              </a:defRPr>
            </a:lvl6pPr>
            <a:lvl7pPr algn="l">
              <a:defRPr sz="1725" b="0">
                <a:solidFill>
                  <a:srgbClr val="454A66"/>
                </a:solidFill>
                <a:latin typeface="Avenir Next"/>
                <a:ea typeface="Avenir Next"/>
                <a:cs typeface="Avenir Next"/>
              </a:defRPr>
            </a:lvl7pPr>
            <a:lvl8pPr algn="l">
              <a:defRPr sz="1725" b="0">
                <a:solidFill>
                  <a:srgbClr val="454A66"/>
                </a:solidFill>
                <a:latin typeface="Avenir Next"/>
                <a:ea typeface="Avenir Next"/>
                <a:cs typeface="Avenir Next"/>
              </a:defRPr>
            </a:lvl8pPr>
            <a:lvl9pPr algn="l">
              <a:defRPr sz="1725" b="0">
                <a:solidFill>
                  <a:srgbClr val="454A66"/>
                </a:solidFill>
                <a:latin typeface="Avenir Next"/>
                <a:ea typeface="Avenir Next"/>
                <a:cs typeface="Avenir Next"/>
              </a:defRPr>
            </a:lvl9pPr>
          </a:lstStyle>
          <a:p xmlns:a="http://schemas.openxmlformats.org/drawingml/2006/main">
            <a:pPr algn="l">
              <a:defRPr sz="1725" b="0">
                <a:solidFill>
                  <a:srgbClr val="454A66"/>
                </a:solidFill>
                <a:latin typeface="Avenir Next"/>
                <a:ea typeface="Avenir Next"/>
                <a:cs typeface="Avenir Next"/>
              </a:defRPr>
            </a:pPr>
            <a:r>
              <a:rPr sz="1725" b="0">
                <a:solidFill>
                  <a:srgbClr val="454A66"/>
                </a:solidFill>
                <a:latin typeface="Avenir Next"/>
                <a:ea typeface="Avenir Next"/>
                <a:cs typeface="Avenir Next"/>
              </a:rPr>
              <a:t>« J’aime la photo. Une idée ce week-end ? »</a:t>
            </a:r>
          </a:p>
        </p:txBody>
      </p:sp>
      <p:sp>
        <p:nvSpPr>
          <p:cNvPr id="8" name="Suggestions tirées du catalogue">
            <a:extLst xmlns:a="http://schemas.openxmlformats.org/drawingml/2006/main">
              <a:ext uri="{FF2B5EF4-FFF2-40B4-BE49-F238E27FC236}">
                <a16:creationId xmlns:a16="http://schemas.microsoft.com/office/drawing/2014/main" id="{D3BCC214-4205-4F28-9D3D-E591DFC18344}"/>
              </a:ext>
            </a:extLst>
          </p:cNvPr>
          <p:cNvSpPr>
            <a:spLocks xmlns:a="http://schemas.openxmlformats.org/drawingml/2006/main" noGrp="1"/>
          </p:cNvSpPr>
          <p:nvPr/>
        </p:nvSpPr>
        <p:spPr>
          <a:xfrm xmlns:a="http://schemas.openxmlformats.org/drawingml/2006/main">
            <a:off x="933450" y="3648075"/>
            <a:ext cx="4572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1">
                <a:solidFill>
                  <a:srgbClr val="2066FA"/>
                </a:solidFill>
                <a:latin typeface="Avenir Next"/>
                <a:ea typeface="Avenir Next"/>
                <a:cs typeface="Avenir Next"/>
              </a:defRPr>
            </a:defPPr>
            <a:lvl1pPr algn="l">
              <a:defRPr sz="1800" b="1">
                <a:solidFill>
                  <a:srgbClr val="2066FA"/>
                </a:solidFill>
                <a:latin typeface="Avenir Next"/>
                <a:ea typeface="Avenir Next"/>
                <a:cs typeface="Avenir Next"/>
              </a:defRPr>
            </a:lvl1pPr>
            <a:lvl2pPr algn="l">
              <a:defRPr sz="1800" b="1">
                <a:solidFill>
                  <a:srgbClr val="2066FA"/>
                </a:solidFill>
                <a:latin typeface="Avenir Next"/>
                <a:ea typeface="Avenir Next"/>
                <a:cs typeface="Avenir Next"/>
              </a:defRPr>
            </a:lvl2pPr>
            <a:lvl3pPr algn="l">
              <a:defRPr sz="1800" b="1">
                <a:solidFill>
                  <a:srgbClr val="2066FA"/>
                </a:solidFill>
                <a:latin typeface="Avenir Next"/>
                <a:ea typeface="Avenir Next"/>
                <a:cs typeface="Avenir Next"/>
              </a:defRPr>
            </a:lvl3pPr>
            <a:lvl4pPr algn="l">
              <a:defRPr sz="1800" b="1">
                <a:solidFill>
                  <a:srgbClr val="2066FA"/>
                </a:solidFill>
                <a:latin typeface="Avenir Next"/>
                <a:ea typeface="Avenir Next"/>
                <a:cs typeface="Avenir Next"/>
              </a:defRPr>
            </a:lvl4pPr>
            <a:lvl5pPr algn="l">
              <a:defRPr sz="1800" b="1">
                <a:solidFill>
                  <a:srgbClr val="2066FA"/>
                </a:solidFill>
                <a:latin typeface="Avenir Next"/>
                <a:ea typeface="Avenir Next"/>
                <a:cs typeface="Avenir Next"/>
              </a:defRPr>
            </a:lvl5pPr>
            <a:lvl6pPr algn="l">
              <a:defRPr sz="1800" b="1">
                <a:solidFill>
                  <a:srgbClr val="2066FA"/>
                </a:solidFill>
                <a:latin typeface="Avenir Next"/>
                <a:ea typeface="Avenir Next"/>
                <a:cs typeface="Avenir Next"/>
              </a:defRPr>
            </a:lvl6pPr>
            <a:lvl7pPr algn="l">
              <a:defRPr sz="1800" b="1">
                <a:solidFill>
                  <a:srgbClr val="2066FA"/>
                </a:solidFill>
                <a:latin typeface="Avenir Next"/>
                <a:ea typeface="Avenir Next"/>
                <a:cs typeface="Avenir Next"/>
              </a:defRPr>
            </a:lvl7pPr>
            <a:lvl8pPr algn="l">
              <a:defRPr sz="1800" b="1">
                <a:solidFill>
                  <a:srgbClr val="2066FA"/>
                </a:solidFill>
                <a:latin typeface="Avenir Next"/>
                <a:ea typeface="Avenir Next"/>
                <a:cs typeface="Avenir Next"/>
              </a:defRPr>
            </a:lvl8pPr>
            <a:lvl9pPr algn="l">
              <a:defRPr sz="1800" b="1">
                <a:solidFill>
                  <a:srgbClr val="2066FA"/>
                </a:solidFill>
                <a:latin typeface="Avenir Next"/>
                <a:ea typeface="Avenir Next"/>
                <a:cs typeface="Avenir Next"/>
              </a:defRPr>
            </a:lvl9pPr>
          </a:lstStyle>
          <a:p xmlns:a="http://schemas.openxmlformats.org/drawingml/2006/main">
            <a:pPr algn="l">
              <a:defRPr sz="1800" b="1">
                <a:solidFill>
                  <a:srgbClr val="2066FA"/>
                </a:solidFill>
                <a:latin typeface="Avenir Next"/>
                <a:ea typeface="Avenir Next"/>
                <a:cs typeface="Avenir Next"/>
              </a:defRPr>
            </a:pPr>
            <a:r>
              <a:rPr sz="1800" b="1">
                <a:solidFill>
                  <a:srgbClr val="2066FA"/>
                </a:solidFill>
                <a:latin typeface="Avenir Next"/>
                <a:ea typeface="Avenir Next"/>
                <a:cs typeface="Avenir Next"/>
              </a:rPr>
              <a:t>Suggestions tirées du catalogue</a:t>
            </a:r>
          </a:p>
        </p:txBody>
      </p:sp>
      <p:sp>
        <p:nvSpPr>
          <p:cNvPr id="9" name="Activité disponible + motif + lien&#10;Selon l">
            <a:extLst xmlns:a="http://schemas.openxmlformats.org/drawingml/2006/main">
              <a:ext uri="{FF2B5EF4-FFF2-40B4-BE49-F238E27FC236}">
                <a16:creationId xmlns:a16="http://schemas.microsoft.com/office/drawing/2014/main" id="{BE60AD7D-E704-4FA6-9D68-6AE8A2AE97DF}"/>
              </a:ext>
            </a:extLst>
          </p:cNvPr>
          <p:cNvSpPr>
            <a:spLocks xmlns:a="http://schemas.openxmlformats.org/drawingml/2006/main" noGrp="1"/>
          </p:cNvSpPr>
          <p:nvPr/>
        </p:nvSpPr>
        <p:spPr>
          <a:xfrm xmlns:a="http://schemas.openxmlformats.org/drawingml/2006/main">
            <a:off x="933450" y="4114800"/>
            <a:ext cx="4572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111738"/>
                </a:solidFill>
                <a:latin typeface="Avenir Next"/>
                <a:ea typeface="Avenir Next"/>
                <a:cs typeface="Avenir Next"/>
              </a:defRPr>
            </a:defPPr>
            <a:lvl1pPr algn="l">
              <a:defRPr sz="1725" b="0">
                <a:solidFill>
                  <a:srgbClr val="111738"/>
                </a:solidFill>
                <a:latin typeface="Avenir Next"/>
                <a:ea typeface="Avenir Next"/>
                <a:cs typeface="Avenir Next"/>
              </a:defRPr>
            </a:lvl1pPr>
            <a:lvl2pPr algn="l">
              <a:defRPr sz="1725" b="0">
                <a:solidFill>
                  <a:srgbClr val="111738"/>
                </a:solidFill>
                <a:latin typeface="Avenir Next"/>
                <a:ea typeface="Avenir Next"/>
                <a:cs typeface="Avenir Next"/>
              </a:defRPr>
            </a:lvl2pPr>
            <a:lvl3pPr algn="l">
              <a:defRPr sz="1725" b="0">
                <a:solidFill>
                  <a:srgbClr val="111738"/>
                </a:solidFill>
                <a:latin typeface="Avenir Next"/>
                <a:ea typeface="Avenir Next"/>
                <a:cs typeface="Avenir Next"/>
              </a:defRPr>
            </a:lvl3pPr>
            <a:lvl4pPr algn="l">
              <a:defRPr sz="1725" b="0">
                <a:solidFill>
                  <a:srgbClr val="111738"/>
                </a:solidFill>
                <a:latin typeface="Avenir Next"/>
                <a:ea typeface="Avenir Next"/>
                <a:cs typeface="Avenir Next"/>
              </a:defRPr>
            </a:lvl4pPr>
            <a:lvl5pPr algn="l">
              <a:defRPr sz="1725" b="0">
                <a:solidFill>
                  <a:srgbClr val="111738"/>
                </a:solidFill>
                <a:latin typeface="Avenir Next"/>
                <a:ea typeface="Avenir Next"/>
                <a:cs typeface="Avenir Next"/>
              </a:defRPr>
            </a:lvl5pPr>
            <a:lvl6pPr algn="l">
              <a:defRPr sz="1725" b="0">
                <a:solidFill>
                  <a:srgbClr val="111738"/>
                </a:solidFill>
                <a:latin typeface="Avenir Next"/>
                <a:ea typeface="Avenir Next"/>
                <a:cs typeface="Avenir Next"/>
              </a:defRPr>
            </a:lvl6pPr>
            <a:lvl7pPr algn="l">
              <a:defRPr sz="1725" b="0">
                <a:solidFill>
                  <a:srgbClr val="111738"/>
                </a:solidFill>
                <a:latin typeface="Avenir Next"/>
                <a:ea typeface="Avenir Next"/>
                <a:cs typeface="Avenir Next"/>
              </a:defRPr>
            </a:lvl7pPr>
            <a:lvl8pPr algn="l">
              <a:defRPr sz="1725" b="0">
                <a:solidFill>
                  <a:srgbClr val="111738"/>
                </a:solidFill>
                <a:latin typeface="Avenir Next"/>
                <a:ea typeface="Avenir Next"/>
                <a:cs typeface="Avenir Next"/>
              </a:defRPr>
            </a:lvl8pPr>
            <a:lvl9pPr algn="l">
              <a:defRPr sz="1725" b="0">
                <a:solidFill>
                  <a:srgbClr val="111738"/>
                </a:solidFill>
                <a:latin typeface="Avenir Next"/>
                <a:ea typeface="Avenir Next"/>
                <a:cs typeface="Avenir Next"/>
              </a:defRPr>
            </a:lvl9pPr>
          </a:lstStyle>
          <a:p xmlns:a="http://schemas.openxmlformats.org/drawingml/2006/main">
            <a:pPr algn="l">
              <a:defRPr sz="1725" b="0">
                <a:solidFill>
                  <a:srgbClr val="111738"/>
                </a:solidFill>
                <a:latin typeface="Avenir Next"/>
                <a:ea typeface="Avenir Next"/>
                <a:cs typeface="Avenir Next"/>
              </a:defRPr>
            </a:pPr>
            <a:r>
              <a:rPr sz="1725" b="0">
                <a:solidFill>
                  <a:srgbClr val="111738"/>
                </a:solidFill>
                <a:latin typeface="Avenir Next"/>
                <a:ea typeface="Avenir Next"/>
                <a:cs typeface="Avenir Next"/>
              </a:rPr>
              <a:t>Activité disponible + motif + lien</a:t>
            </a:r>
          </a:p>
          <a:p xmlns:a="http://schemas.openxmlformats.org/drawingml/2006/main">
            <a:pPr algn="l">
              <a:defRPr sz="1725" b="0">
                <a:solidFill>
                  <a:srgbClr val="111738"/>
                </a:solidFill>
                <a:latin typeface="Avenir Next"/>
                <a:ea typeface="Avenir Next"/>
                <a:cs typeface="Avenir Next"/>
              </a:defRPr>
            </a:pPr>
            <a:r>
              <a:rPr sz="1725" b="0">
                <a:solidFill>
                  <a:srgbClr val="111738"/>
                </a:solidFill>
                <a:latin typeface="Avenir Next"/>
                <a:ea typeface="Avenir Next"/>
                <a:cs typeface="Avenir Next"/>
              </a:rPr>
              <a:t>Selon les préférences autorisées</a:t>
            </a:r>
          </a:p>
        </p:txBody>
      </p:sp>
      <p:sp>
        <p:nvSpPr>
          <p:cNvPr id="10" name="Maquette proposée, service à développer">
            <a:extLst xmlns:a="http://schemas.openxmlformats.org/drawingml/2006/main">
              <a:ext uri="{FF2B5EF4-FFF2-40B4-BE49-F238E27FC236}">
                <a16:creationId xmlns:a16="http://schemas.microsoft.com/office/drawing/2014/main" id="{18014EF3-8F3D-4575-8A6A-B08731B61E1B}"/>
              </a:ext>
            </a:extLst>
          </p:cNvPr>
          <p:cNvSpPr>
            <a:spLocks xmlns:a="http://schemas.openxmlformats.org/drawingml/2006/main" noGrp="1"/>
          </p:cNvSpPr>
          <p:nvPr/>
        </p:nvSpPr>
        <p:spPr>
          <a:xfrm xmlns:a="http://schemas.openxmlformats.org/drawingml/2006/main">
            <a:off x="933450" y="5029200"/>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454A66"/>
                </a:solidFill>
                <a:latin typeface="Avenir Next"/>
                <a:ea typeface="Avenir Next"/>
                <a:cs typeface="Avenir Next"/>
              </a:defRPr>
            </a:defPPr>
            <a:lvl1pPr algn="l">
              <a:defRPr sz="1350" b="0">
                <a:solidFill>
                  <a:srgbClr val="454A66"/>
                </a:solidFill>
                <a:latin typeface="Avenir Next"/>
                <a:ea typeface="Avenir Next"/>
                <a:cs typeface="Avenir Next"/>
              </a:defRPr>
            </a:lvl1pPr>
            <a:lvl2pPr algn="l">
              <a:defRPr sz="1350" b="0">
                <a:solidFill>
                  <a:srgbClr val="454A66"/>
                </a:solidFill>
                <a:latin typeface="Avenir Next"/>
                <a:ea typeface="Avenir Next"/>
                <a:cs typeface="Avenir Next"/>
              </a:defRPr>
            </a:lvl2pPr>
            <a:lvl3pPr algn="l">
              <a:defRPr sz="1350" b="0">
                <a:solidFill>
                  <a:srgbClr val="454A66"/>
                </a:solidFill>
                <a:latin typeface="Avenir Next"/>
                <a:ea typeface="Avenir Next"/>
                <a:cs typeface="Avenir Next"/>
              </a:defRPr>
            </a:lvl3pPr>
            <a:lvl4pPr algn="l">
              <a:defRPr sz="1350" b="0">
                <a:solidFill>
                  <a:srgbClr val="454A66"/>
                </a:solidFill>
                <a:latin typeface="Avenir Next"/>
                <a:ea typeface="Avenir Next"/>
                <a:cs typeface="Avenir Next"/>
              </a:defRPr>
            </a:lvl4pPr>
            <a:lvl5pPr algn="l">
              <a:defRPr sz="1350" b="0">
                <a:solidFill>
                  <a:srgbClr val="454A66"/>
                </a:solidFill>
                <a:latin typeface="Avenir Next"/>
                <a:ea typeface="Avenir Next"/>
                <a:cs typeface="Avenir Next"/>
              </a:defRPr>
            </a:lvl5pPr>
            <a:lvl6pPr algn="l">
              <a:defRPr sz="1350" b="0">
                <a:solidFill>
                  <a:srgbClr val="454A66"/>
                </a:solidFill>
                <a:latin typeface="Avenir Next"/>
                <a:ea typeface="Avenir Next"/>
                <a:cs typeface="Avenir Next"/>
              </a:defRPr>
            </a:lvl6pPr>
            <a:lvl7pPr algn="l">
              <a:defRPr sz="1350" b="0">
                <a:solidFill>
                  <a:srgbClr val="454A66"/>
                </a:solidFill>
                <a:latin typeface="Avenir Next"/>
                <a:ea typeface="Avenir Next"/>
                <a:cs typeface="Avenir Next"/>
              </a:defRPr>
            </a:lvl7pPr>
            <a:lvl8pPr algn="l">
              <a:defRPr sz="1350" b="0">
                <a:solidFill>
                  <a:srgbClr val="454A66"/>
                </a:solidFill>
                <a:latin typeface="Avenir Next"/>
                <a:ea typeface="Avenir Next"/>
                <a:cs typeface="Avenir Next"/>
              </a:defRPr>
            </a:lvl8pPr>
            <a:lvl9pPr algn="l">
              <a:defRPr sz="1350" b="0">
                <a:solidFill>
                  <a:srgbClr val="454A66"/>
                </a:solidFill>
                <a:latin typeface="Avenir Next"/>
                <a:ea typeface="Avenir Next"/>
                <a:cs typeface="Avenir Next"/>
              </a:defRPr>
            </a:lvl9pPr>
          </a:lstStyle>
          <a:p xmlns:a="http://schemas.openxmlformats.org/drawingml/2006/main">
            <a:pPr algn="l">
              <a:defRPr sz="1350" b="0">
                <a:solidFill>
                  <a:srgbClr val="454A66"/>
                </a:solidFill>
                <a:latin typeface="Avenir Next"/>
                <a:ea typeface="Avenir Next"/>
                <a:cs typeface="Avenir Next"/>
              </a:defRPr>
            </a:pPr>
            <a:r>
              <a:rPr sz="1350" b="0">
                <a:solidFill>
                  <a:srgbClr val="454A66"/>
                </a:solidFill>
                <a:latin typeface="Avenir Next"/>
                <a:ea typeface="Avenir Next"/>
                <a:cs typeface="Avenir Next"/>
              </a:rPr>
              <a:t>Maquette proposée, service à développer</a:t>
            </a:r>
          </a:p>
        </p:txBody>
      </p:sp>
      <p:sp>
        <p:nvSpPr>
          <p:cNvPr id="11" name="Contexte fourni au prompt">
            <a:extLst xmlns:a="http://schemas.openxmlformats.org/drawingml/2006/main">
              <a:ext uri="{FF2B5EF4-FFF2-40B4-BE49-F238E27FC236}">
                <a16:creationId xmlns:a16="http://schemas.microsoft.com/office/drawing/2014/main" id="{287B7079-8E2B-40F3-83ED-3FDD3CC1184A}"/>
              </a:ext>
            </a:extLst>
          </p:cNvPr>
          <p:cNvSpPr>
            <a:spLocks xmlns:a="http://schemas.openxmlformats.org/drawingml/2006/main" noGrp="1"/>
          </p:cNvSpPr>
          <p:nvPr/>
        </p:nvSpPr>
        <p:spPr>
          <a:xfrm xmlns:a="http://schemas.openxmlformats.org/drawingml/2006/main">
            <a:off x="6334125" y="2000250"/>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2066FA"/>
                </a:solidFill>
                <a:latin typeface="Avenir Next"/>
                <a:ea typeface="Avenir Next"/>
                <a:cs typeface="Avenir Next"/>
              </a:defRPr>
            </a:defPPr>
            <a:lvl1pPr algn="l">
              <a:defRPr sz="2175" b="1">
                <a:solidFill>
                  <a:srgbClr val="2066FA"/>
                </a:solidFill>
                <a:latin typeface="Avenir Next"/>
                <a:ea typeface="Avenir Next"/>
                <a:cs typeface="Avenir Next"/>
              </a:defRPr>
            </a:lvl1pPr>
            <a:lvl2pPr algn="l">
              <a:defRPr sz="2175" b="1">
                <a:solidFill>
                  <a:srgbClr val="2066FA"/>
                </a:solidFill>
                <a:latin typeface="Avenir Next"/>
                <a:ea typeface="Avenir Next"/>
                <a:cs typeface="Avenir Next"/>
              </a:defRPr>
            </a:lvl2pPr>
            <a:lvl3pPr algn="l">
              <a:defRPr sz="2175" b="1">
                <a:solidFill>
                  <a:srgbClr val="2066FA"/>
                </a:solidFill>
                <a:latin typeface="Avenir Next"/>
                <a:ea typeface="Avenir Next"/>
                <a:cs typeface="Avenir Next"/>
              </a:defRPr>
            </a:lvl3pPr>
            <a:lvl4pPr algn="l">
              <a:defRPr sz="2175" b="1">
                <a:solidFill>
                  <a:srgbClr val="2066FA"/>
                </a:solidFill>
                <a:latin typeface="Avenir Next"/>
                <a:ea typeface="Avenir Next"/>
                <a:cs typeface="Avenir Next"/>
              </a:defRPr>
            </a:lvl4pPr>
            <a:lvl5pPr algn="l">
              <a:defRPr sz="2175" b="1">
                <a:solidFill>
                  <a:srgbClr val="2066FA"/>
                </a:solidFill>
                <a:latin typeface="Avenir Next"/>
                <a:ea typeface="Avenir Next"/>
                <a:cs typeface="Avenir Next"/>
              </a:defRPr>
            </a:lvl5pPr>
            <a:lvl6pPr algn="l">
              <a:defRPr sz="2175" b="1">
                <a:solidFill>
                  <a:srgbClr val="2066FA"/>
                </a:solidFill>
                <a:latin typeface="Avenir Next"/>
                <a:ea typeface="Avenir Next"/>
                <a:cs typeface="Avenir Next"/>
              </a:defRPr>
            </a:lvl6pPr>
            <a:lvl7pPr algn="l">
              <a:defRPr sz="2175" b="1">
                <a:solidFill>
                  <a:srgbClr val="2066FA"/>
                </a:solidFill>
                <a:latin typeface="Avenir Next"/>
                <a:ea typeface="Avenir Next"/>
                <a:cs typeface="Avenir Next"/>
              </a:defRPr>
            </a:lvl7pPr>
            <a:lvl8pPr algn="l">
              <a:defRPr sz="2175" b="1">
                <a:solidFill>
                  <a:srgbClr val="2066FA"/>
                </a:solidFill>
                <a:latin typeface="Avenir Next"/>
                <a:ea typeface="Avenir Next"/>
                <a:cs typeface="Avenir Next"/>
              </a:defRPr>
            </a:lvl8pPr>
            <a:lvl9pPr algn="l">
              <a:defRPr sz="2175" b="1">
                <a:solidFill>
                  <a:srgbClr val="2066FA"/>
                </a:solidFill>
                <a:latin typeface="Avenir Next"/>
                <a:ea typeface="Avenir Next"/>
                <a:cs typeface="Avenir Next"/>
              </a:defRPr>
            </a:lvl9pPr>
          </a:lstStyle>
          <a:p xmlns:a="http://schemas.openxmlformats.org/drawingml/2006/main">
            <a:pPr algn="l">
              <a:defRPr sz="2175" b="1">
                <a:solidFill>
                  <a:srgbClr val="2066FA"/>
                </a:solidFill>
                <a:latin typeface="Avenir Next"/>
                <a:ea typeface="Avenir Next"/>
                <a:cs typeface="Avenir Next"/>
              </a:defRPr>
            </a:pPr>
            <a:r>
              <a:rPr sz="2175" b="1">
                <a:solidFill>
                  <a:srgbClr val="2066FA"/>
                </a:solidFill>
                <a:latin typeface="Avenir Next"/>
                <a:ea typeface="Avenir Next"/>
                <a:cs typeface="Avenir Next"/>
              </a:rPr>
              <a:t>Contexte fourni au prompt</a:t>
            </a:r>
          </a:p>
        </p:txBody>
      </p:sp>
      <p:sp>
        <p:nvSpPr>
          <p:cNvPr id="12" name="Présentation et FAQ fixes&#10;Profil autorisé ">
            <a:extLst xmlns:a="http://schemas.openxmlformats.org/drawingml/2006/main">
              <a:ext uri="{FF2B5EF4-FFF2-40B4-BE49-F238E27FC236}">
                <a16:creationId xmlns:a16="http://schemas.microsoft.com/office/drawing/2014/main" id="{C27315D8-8E56-42D1-B8EE-F94FF7FCDC31}"/>
              </a:ext>
            </a:extLst>
          </p:cNvPr>
          <p:cNvSpPr>
            <a:spLocks xmlns:a="http://schemas.openxmlformats.org/drawingml/2006/main" noGrp="1"/>
          </p:cNvSpPr>
          <p:nvPr/>
        </p:nvSpPr>
        <p:spPr>
          <a:xfrm xmlns:a="http://schemas.openxmlformats.org/drawingml/2006/main">
            <a:off x="6334125" y="2600325"/>
            <a:ext cx="5143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11738"/>
                </a:solidFill>
                <a:latin typeface="Avenir Next"/>
                <a:ea typeface="Avenir Next"/>
                <a:cs typeface="Avenir Next"/>
              </a:defRPr>
            </a:defPPr>
            <a:lvl1pPr algn="l">
              <a:defRPr sz="1950" b="0">
                <a:solidFill>
                  <a:srgbClr val="111738"/>
                </a:solidFill>
                <a:latin typeface="Avenir Next"/>
                <a:ea typeface="Avenir Next"/>
                <a:cs typeface="Avenir Next"/>
              </a:defRPr>
            </a:lvl1pPr>
            <a:lvl2pPr algn="l">
              <a:defRPr sz="1950" b="0">
                <a:solidFill>
                  <a:srgbClr val="111738"/>
                </a:solidFill>
                <a:latin typeface="Avenir Next"/>
                <a:ea typeface="Avenir Next"/>
                <a:cs typeface="Avenir Next"/>
              </a:defRPr>
            </a:lvl2pPr>
            <a:lvl3pPr algn="l">
              <a:defRPr sz="1950" b="0">
                <a:solidFill>
                  <a:srgbClr val="111738"/>
                </a:solidFill>
                <a:latin typeface="Avenir Next"/>
                <a:ea typeface="Avenir Next"/>
                <a:cs typeface="Avenir Next"/>
              </a:defRPr>
            </a:lvl3pPr>
            <a:lvl4pPr algn="l">
              <a:defRPr sz="1950" b="0">
                <a:solidFill>
                  <a:srgbClr val="111738"/>
                </a:solidFill>
                <a:latin typeface="Avenir Next"/>
                <a:ea typeface="Avenir Next"/>
                <a:cs typeface="Avenir Next"/>
              </a:defRPr>
            </a:lvl4pPr>
            <a:lvl5pPr algn="l">
              <a:defRPr sz="1950" b="0">
                <a:solidFill>
                  <a:srgbClr val="111738"/>
                </a:solidFill>
                <a:latin typeface="Avenir Next"/>
                <a:ea typeface="Avenir Next"/>
                <a:cs typeface="Avenir Next"/>
              </a:defRPr>
            </a:lvl5pPr>
            <a:lvl6pPr algn="l">
              <a:defRPr sz="1950" b="0">
                <a:solidFill>
                  <a:srgbClr val="111738"/>
                </a:solidFill>
                <a:latin typeface="Avenir Next"/>
                <a:ea typeface="Avenir Next"/>
                <a:cs typeface="Avenir Next"/>
              </a:defRPr>
            </a:lvl6pPr>
            <a:lvl7pPr algn="l">
              <a:defRPr sz="1950" b="0">
                <a:solidFill>
                  <a:srgbClr val="111738"/>
                </a:solidFill>
                <a:latin typeface="Avenir Next"/>
                <a:ea typeface="Avenir Next"/>
                <a:cs typeface="Avenir Next"/>
              </a:defRPr>
            </a:lvl7pPr>
            <a:lvl8pPr algn="l">
              <a:defRPr sz="1950" b="0">
                <a:solidFill>
                  <a:srgbClr val="111738"/>
                </a:solidFill>
                <a:latin typeface="Avenir Next"/>
                <a:ea typeface="Avenir Next"/>
                <a:cs typeface="Avenir Next"/>
              </a:defRPr>
            </a:lvl8pPr>
            <a:lvl9pPr algn="l">
              <a:defRPr sz="1950" b="0">
                <a:solidFill>
                  <a:srgbClr val="111738"/>
                </a:solidFill>
                <a:latin typeface="Avenir Next"/>
                <a:ea typeface="Avenir Next"/>
                <a:cs typeface="Avenir Next"/>
              </a:defRPr>
            </a:lvl9pPr>
          </a:lstStyle>
          <a:p xmlns:a="http://schemas.openxmlformats.org/drawingml/2006/main">
            <a:pPr algn="l">
              <a:defRPr sz="1950" b="0">
                <a:solidFill>
                  <a:srgbClr val="111738"/>
                </a:solidFill>
                <a:latin typeface="Avenir Next"/>
                <a:ea typeface="Avenir Next"/>
                <a:cs typeface="Avenir Next"/>
              </a:defRPr>
            </a:pPr>
            <a:r>
              <a:rPr sz="1950" b="0">
                <a:solidFill>
                  <a:srgbClr val="111738"/>
                </a:solidFill>
                <a:latin typeface="Avenir Next"/>
                <a:ea typeface="Avenir Next"/>
                <a:cs typeface="Avenir Next"/>
              </a:rPr>
              <a:t>Présentation et FAQ fixes</a:t>
            </a:r>
          </a:p>
          <a:p xmlns:a="http://schemas.openxmlformats.org/drawingml/2006/main">
            <a:pPr algn="l">
              <a:defRPr sz="1950" b="0">
                <a:solidFill>
                  <a:srgbClr val="111738"/>
                </a:solidFill>
                <a:latin typeface="Avenir Next"/>
                <a:ea typeface="Avenir Next"/>
                <a:cs typeface="Avenir Next"/>
              </a:defRPr>
            </a:pPr>
            <a:r>
              <a:rPr sz="1950" b="0">
                <a:solidFill>
                  <a:srgbClr val="111738"/>
                </a:solidFill>
                <a:latin typeface="Avenir Next"/>
                <a:ea typeface="Avenir Next"/>
                <a:cs typeface="Avenir Next"/>
              </a:rPr>
              <a:t>Profil autorisé + activités filtrées</a:t>
            </a:r>
          </a:p>
        </p:txBody>
      </p:sp>
      <p:sp>
        <p:nvSpPr>
          <p:cNvPr id="13" name="Questions sur Joinly ou générales">
            <a:extLst xmlns:a="http://schemas.openxmlformats.org/drawingml/2006/main">
              <a:ext uri="{FF2B5EF4-FFF2-40B4-BE49-F238E27FC236}">
                <a16:creationId xmlns:a16="http://schemas.microsoft.com/office/drawing/2014/main" id="{023DFCB4-8C44-4C3A-BC17-0FD842F666F4}"/>
              </a:ext>
            </a:extLst>
          </p:cNvPr>
          <p:cNvSpPr>
            <a:spLocks xmlns:a="http://schemas.openxmlformats.org/drawingml/2006/main" noGrp="1"/>
          </p:cNvSpPr>
          <p:nvPr/>
        </p:nvSpPr>
        <p:spPr>
          <a:xfrm xmlns:a="http://schemas.openxmlformats.org/drawingml/2006/main">
            <a:off x="6334125" y="365760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11738"/>
                </a:solidFill>
                <a:latin typeface="Avenir Next"/>
                <a:ea typeface="Avenir Next"/>
                <a:cs typeface="Avenir Next"/>
              </a:defRPr>
            </a:defPPr>
            <a:lvl1pPr algn="l">
              <a:defRPr sz="1950" b="0">
                <a:solidFill>
                  <a:srgbClr val="111738"/>
                </a:solidFill>
                <a:latin typeface="Avenir Next"/>
                <a:ea typeface="Avenir Next"/>
                <a:cs typeface="Avenir Next"/>
              </a:defRPr>
            </a:lvl1pPr>
            <a:lvl2pPr algn="l">
              <a:defRPr sz="1950" b="0">
                <a:solidFill>
                  <a:srgbClr val="111738"/>
                </a:solidFill>
                <a:latin typeface="Avenir Next"/>
                <a:ea typeface="Avenir Next"/>
                <a:cs typeface="Avenir Next"/>
              </a:defRPr>
            </a:lvl2pPr>
            <a:lvl3pPr algn="l">
              <a:defRPr sz="1950" b="0">
                <a:solidFill>
                  <a:srgbClr val="111738"/>
                </a:solidFill>
                <a:latin typeface="Avenir Next"/>
                <a:ea typeface="Avenir Next"/>
                <a:cs typeface="Avenir Next"/>
              </a:defRPr>
            </a:lvl3pPr>
            <a:lvl4pPr algn="l">
              <a:defRPr sz="1950" b="0">
                <a:solidFill>
                  <a:srgbClr val="111738"/>
                </a:solidFill>
                <a:latin typeface="Avenir Next"/>
                <a:ea typeface="Avenir Next"/>
                <a:cs typeface="Avenir Next"/>
              </a:defRPr>
            </a:lvl4pPr>
            <a:lvl5pPr algn="l">
              <a:defRPr sz="1950" b="0">
                <a:solidFill>
                  <a:srgbClr val="111738"/>
                </a:solidFill>
                <a:latin typeface="Avenir Next"/>
                <a:ea typeface="Avenir Next"/>
                <a:cs typeface="Avenir Next"/>
              </a:defRPr>
            </a:lvl5pPr>
            <a:lvl6pPr algn="l">
              <a:defRPr sz="1950" b="0">
                <a:solidFill>
                  <a:srgbClr val="111738"/>
                </a:solidFill>
                <a:latin typeface="Avenir Next"/>
                <a:ea typeface="Avenir Next"/>
                <a:cs typeface="Avenir Next"/>
              </a:defRPr>
            </a:lvl6pPr>
            <a:lvl7pPr algn="l">
              <a:defRPr sz="1950" b="0">
                <a:solidFill>
                  <a:srgbClr val="111738"/>
                </a:solidFill>
                <a:latin typeface="Avenir Next"/>
                <a:ea typeface="Avenir Next"/>
                <a:cs typeface="Avenir Next"/>
              </a:defRPr>
            </a:lvl7pPr>
            <a:lvl8pPr algn="l">
              <a:defRPr sz="1950" b="0">
                <a:solidFill>
                  <a:srgbClr val="111738"/>
                </a:solidFill>
                <a:latin typeface="Avenir Next"/>
                <a:ea typeface="Avenir Next"/>
                <a:cs typeface="Avenir Next"/>
              </a:defRPr>
            </a:lvl8pPr>
            <a:lvl9pPr algn="l">
              <a:defRPr sz="1950" b="0">
                <a:solidFill>
                  <a:srgbClr val="111738"/>
                </a:solidFill>
                <a:latin typeface="Avenir Next"/>
                <a:ea typeface="Avenir Next"/>
                <a:cs typeface="Avenir Next"/>
              </a:defRPr>
            </a:lvl9pPr>
          </a:lstStyle>
          <a:p xmlns:a="http://schemas.openxmlformats.org/drawingml/2006/main">
            <a:pPr algn="l">
              <a:defRPr sz="1950" b="0">
                <a:solidFill>
                  <a:srgbClr val="111738"/>
                </a:solidFill>
                <a:latin typeface="Avenir Next"/>
                <a:ea typeface="Avenir Next"/>
                <a:cs typeface="Avenir Next"/>
              </a:defRPr>
            </a:pPr>
            <a:r>
              <a:rPr sz="1950" b="0">
                <a:solidFill>
                  <a:srgbClr val="111738"/>
                </a:solidFill>
                <a:latin typeface="Avenir Next"/>
                <a:ea typeface="Avenir Next"/>
                <a:cs typeface="Avenir Next"/>
              </a:rPr>
              <a:t>Questions sur Joinly ou générales</a:t>
            </a:r>
          </a:p>
        </p:txBody>
      </p:sp>
      <p:sp>
        <p:nvSpPr>
          <p:cNvPr id="14" name="API pour le prototype&#10;Modèle local à poids">
            <a:extLst xmlns:a="http://schemas.openxmlformats.org/drawingml/2006/main">
              <a:ext uri="{FF2B5EF4-FFF2-40B4-BE49-F238E27FC236}">
                <a16:creationId xmlns:a16="http://schemas.microsoft.com/office/drawing/2014/main" id="{E00980DF-36A3-4F68-ACE4-15A5CEB2318B}"/>
              </a:ext>
            </a:extLst>
          </p:cNvPr>
          <p:cNvSpPr>
            <a:spLocks xmlns:a="http://schemas.openxmlformats.org/drawingml/2006/main" noGrp="1"/>
          </p:cNvSpPr>
          <p:nvPr/>
        </p:nvSpPr>
        <p:spPr>
          <a:xfrm xmlns:a="http://schemas.openxmlformats.org/drawingml/2006/main">
            <a:off x="6334125" y="4457700"/>
            <a:ext cx="5143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1">
                <a:solidFill>
                  <a:srgbClr val="8B62F4"/>
                </a:solidFill>
                <a:latin typeface="Avenir Next"/>
                <a:ea typeface="Avenir Next"/>
                <a:cs typeface="Avenir Next"/>
              </a:defRPr>
            </a:defPPr>
            <a:lvl1pPr algn="l">
              <a:defRPr sz="1950" b="1">
                <a:solidFill>
                  <a:srgbClr val="8B62F4"/>
                </a:solidFill>
                <a:latin typeface="Avenir Next"/>
                <a:ea typeface="Avenir Next"/>
                <a:cs typeface="Avenir Next"/>
              </a:defRPr>
            </a:lvl1pPr>
            <a:lvl2pPr algn="l">
              <a:defRPr sz="1950" b="1">
                <a:solidFill>
                  <a:srgbClr val="8B62F4"/>
                </a:solidFill>
                <a:latin typeface="Avenir Next"/>
                <a:ea typeface="Avenir Next"/>
                <a:cs typeface="Avenir Next"/>
              </a:defRPr>
            </a:lvl2pPr>
            <a:lvl3pPr algn="l">
              <a:defRPr sz="1950" b="1">
                <a:solidFill>
                  <a:srgbClr val="8B62F4"/>
                </a:solidFill>
                <a:latin typeface="Avenir Next"/>
                <a:ea typeface="Avenir Next"/>
                <a:cs typeface="Avenir Next"/>
              </a:defRPr>
            </a:lvl3pPr>
            <a:lvl4pPr algn="l">
              <a:defRPr sz="1950" b="1">
                <a:solidFill>
                  <a:srgbClr val="8B62F4"/>
                </a:solidFill>
                <a:latin typeface="Avenir Next"/>
                <a:ea typeface="Avenir Next"/>
                <a:cs typeface="Avenir Next"/>
              </a:defRPr>
            </a:lvl4pPr>
            <a:lvl5pPr algn="l">
              <a:defRPr sz="1950" b="1">
                <a:solidFill>
                  <a:srgbClr val="8B62F4"/>
                </a:solidFill>
                <a:latin typeface="Avenir Next"/>
                <a:ea typeface="Avenir Next"/>
                <a:cs typeface="Avenir Next"/>
              </a:defRPr>
            </a:lvl5pPr>
            <a:lvl6pPr algn="l">
              <a:defRPr sz="1950" b="1">
                <a:solidFill>
                  <a:srgbClr val="8B62F4"/>
                </a:solidFill>
                <a:latin typeface="Avenir Next"/>
                <a:ea typeface="Avenir Next"/>
                <a:cs typeface="Avenir Next"/>
              </a:defRPr>
            </a:lvl6pPr>
            <a:lvl7pPr algn="l">
              <a:defRPr sz="1950" b="1">
                <a:solidFill>
                  <a:srgbClr val="8B62F4"/>
                </a:solidFill>
                <a:latin typeface="Avenir Next"/>
                <a:ea typeface="Avenir Next"/>
                <a:cs typeface="Avenir Next"/>
              </a:defRPr>
            </a:lvl7pPr>
            <a:lvl8pPr algn="l">
              <a:defRPr sz="1950" b="1">
                <a:solidFill>
                  <a:srgbClr val="8B62F4"/>
                </a:solidFill>
                <a:latin typeface="Avenir Next"/>
                <a:ea typeface="Avenir Next"/>
                <a:cs typeface="Avenir Next"/>
              </a:defRPr>
            </a:lvl8pPr>
            <a:lvl9pPr algn="l">
              <a:defRPr sz="1950" b="1">
                <a:solidFill>
                  <a:srgbClr val="8B62F4"/>
                </a:solidFill>
                <a:latin typeface="Avenir Next"/>
                <a:ea typeface="Avenir Next"/>
                <a:cs typeface="Avenir Next"/>
              </a:defRPr>
            </a:lvl9pPr>
          </a:lstStyle>
          <a:p xmlns:a="http://schemas.openxmlformats.org/drawingml/2006/main">
            <a:pPr algn="l">
              <a:defRPr sz="1950" b="1">
                <a:solidFill>
                  <a:srgbClr val="8B62F4"/>
                </a:solidFill>
                <a:latin typeface="Avenir Next"/>
                <a:ea typeface="Avenir Next"/>
                <a:cs typeface="Avenir Next"/>
              </a:defRPr>
            </a:pPr>
            <a:r>
              <a:rPr sz="1950" b="1">
                <a:solidFill>
                  <a:srgbClr val="8B62F4"/>
                </a:solidFill>
                <a:latin typeface="Avenir Next"/>
                <a:ea typeface="Avenir Next"/>
                <a:cs typeface="Avenir Next"/>
              </a:rPr>
              <a:t>API pour le prototype</a:t>
            </a:r>
          </a:p>
          <a:p xmlns:a="http://schemas.openxmlformats.org/drawingml/2006/main">
            <a:pPr algn="l">
              <a:defRPr sz="1950" b="1">
                <a:solidFill>
                  <a:srgbClr val="8B62F4"/>
                </a:solidFill>
                <a:latin typeface="Avenir Next"/>
                <a:ea typeface="Avenir Next"/>
                <a:cs typeface="Avenir Next"/>
              </a:defRPr>
            </a:pPr>
            <a:r>
              <a:rPr sz="1950" b="1">
                <a:solidFill>
                  <a:srgbClr val="8B62F4"/>
                </a:solidFill>
                <a:latin typeface="Avenir Next"/>
                <a:ea typeface="Avenir Next"/>
                <a:cs typeface="Avenir Next"/>
              </a:rPr>
              <a:t>Modèle local à poids ouverts ensuite</a:t>
            </a:r>
          </a:p>
        </p:txBody>
      </p:sp>
      <p:sp>
        <p:nvSpPr>
          <p:cNvPr id="15" name="Pas de recherche documentaire. Pas de rése">
            <a:extLst xmlns:a="http://schemas.openxmlformats.org/drawingml/2006/main">
              <a:ext uri="{FF2B5EF4-FFF2-40B4-BE49-F238E27FC236}">
                <a16:creationId xmlns:a16="http://schemas.microsoft.com/office/drawing/2014/main" id="{2788AD5A-C4A6-4D91-B72D-1F3E22BBE968}"/>
              </a:ext>
            </a:extLst>
          </p:cNvPr>
          <p:cNvSpPr>
            <a:spLocks xmlns:a="http://schemas.openxmlformats.org/drawingml/2006/main" noGrp="1"/>
          </p:cNvSpPr>
          <p:nvPr/>
        </p:nvSpPr>
        <p:spPr>
          <a:xfrm xmlns:a="http://schemas.openxmlformats.org/drawingml/2006/main">
            <a:off x="714375" y="5762625"/>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0">
                <a:solidFill>
                  <a:srgbClr val="454A66"/>
                </a:solidFill>
                <a:latin typeface="Avenir Next"/>
                <a:ea typeface="Avenir Next"/>
                <a:cs typeface="Avenir Next"/>
              </a:defRPr>
            </a:defPPr>
            <a:lvl1pPr algn="l">
              <a:defRPr sz="1425" b="0">
                <a:solidFill>
                  <a:srgbClr val="454A66"/>
                </a:solidFill>
                <a:latin typeface="Avenir Next"/>
                <a:ea typeface="Avenir Next"/>
                <a:cs typeface="Avenir Next"/>
              </a:defRPr>
            </a:lvl1pPr>
            <a:lvl2pPr algn="l">
              <a:defRPr sz="1425" b="0">
                <a:solidFill>
                  <a:srgbClr val="454A66"/>
                </a:solidFill>
                <a:latin typeface="Avenir Next"/>
                <a:ea typeface="Avenir Next"/>
                <a:cs typeface="Avenir Next"/>
              </a:defRPr>
            </a:lvl2pPr>
            <a:lvl3pPr algn="l">
              <a:defRPr sz="1425" b="0">
                <a:solidFill>
                  <a:srgbClr val="454A66"/>
                </a:solidFill>
                <a:latin typeface="Avenir Next"/>
                <a:ea typeface="Avenir Next"/>
                <a:cs typeface="Avenir Next"/>
              </a:defRPr>
            </a:lvl3pPr>
            <a:lvl4pPr algn="l">
              <a:defRPr sz="1425" b="0">
                <a:solidFill>
                  <a:srgbClr val="454A66"/>
                </a:solidFill>
                <a:latin typeface="Avenir Next"/>
                <a:ea typeface="Avenir Next"/>
                <a:cs typeface="Avenir Next"/>
              </a:defRPr>
            </a:lvl4pPr>
            <a:lvl5pPr algn="l">
              <a:defRPr sz="1425" b="0">
                <a:solidFill>
                  <a:srgbClr val="454A66"/>
                </a:solidFill>
                <a:latin typeface="Avenir Next"/>
                <a:ea typeface="Avenir Next"/>
                <a:cs typeface="Avenir Next"/>
              </a:defRPr>
            </a:lvl5pPr>
            <a:lvl6pPr algn="l">
              <a:defRPr sz="1425" b="0">
                <a:solidFill>
                  <a:srgbClr val="454A66"/>
                </a:solidFill>
                <a:latin typeface="Avenir Next"/>
                <a:ea typeface="Avenir Next"/>
                <a:cs typeface="Avenir Next"/>
              </a:defRPr>
            </a:lvl6pPr>
            <a:lvl7pPr algn="l">
              <a:defRPr sz="1425" b="0">
                <a:solidFill>
                  <a:srgbClr val="454A66"/>
                </a:solidFill>
                <a:latin typeface="Avenir Next"/>
                <a:ea typeface="Avenir Next"/>
                <a:cs typeface="Avenir Next"/>
              </a:defRPr>
            </a:lvl7pPr>
            <a:lvl8pPr algn="l">
              <a:defRPr sz="1425" b="0">
                <a:solidFill>
                  <a:srgbClr val="454A66"/>
                </a:solidFill>
                <a:latin typeface="Avenir Next"/>
                <a:ea typeface="Avenir Next"/>
                <a:cs typeface="Avenir Next"/>
              </a:defRPr>
            </a:lvl8pPr>
            <a:lvl9pPr algn="l">
              <a:defRPr sz="1425" b="0">
                <a:solidFill>
                  <a:srgbClr val="454A66"/>
                </a:solidFill>
                <a:latin typeface="Avenir Next"/>
                <a:ea typeface="Avenir Next"/>
                <a:cs typeface="Avenir Next"/>
              </a:defRPr>
            </a:lvl9pPr>
          </a:lstStyle>
          <a:p xmlns:a="http://schemas.openxmlformats.org/drawingml/2006/main">
            <a:pPr algn="l">
              <a:defRPr sz="1425" b="0">
                <a:solidFill>
                  <a:srgbClr val="454A66"/>
                </a:solidFill>
                <a:latin typeface="Avenir Next"/>
                <a:ea typeface="Avenir Next"/>
                <a:cs typeface="Avenir Next"/>
              </a:defRPr>
            </a:pPr>
            <a:r>
              <a:rPr sz="1425" b="0">
                <a:solidFill>
                  <a:srgbClr val="454A66"/>
                </a:solidFill>
                <a:latin typeface="Avenir Next"/>
                <a:ea typeface="Avenir Next"/>
                <a:cs typeface="Avenir Next"/>
              </a:rPr>
              <a:t>Pas de recherche documentaire. Pas de réservation effectuée par le chat.</a:t>
            </a:r>
          </a:p>
        </p:txBody>
      </p:sp>
    </p:spTree>
    <p:extLst>
      <p:ext uri="{BB962C8B-B14F-4D97-AF65-F5344CB8AC3E}">
        <p14:creationId xmlns:p14="http://schemas.microsoft.com/office/powerpoint/2010/main" val="51969083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Charte graphique">
            <a:extLst xmlns:a="http://schemas.openxmlformats.org/drawingml/2006/main">
              <a:ext uri="{FF2B5EF4-FFF2-40B4-BE49-F238E27FC236}">
                <a16:creationId xmlns:a16="http://schemas.microsoft.com/office/drawing/2014/main" id="{DDD7F447-6C41-418D-A892-CB1FECB33EE5}"/>
              </a:ext>
            </a:extLst>
          </p:cNvPr>
          <p:cNvSpPr>
            <a:spLocks xmlns:a="http://schemas.openxmlformats.org/drawingml/2006/main" noGrp="1"/>
          </p:cNvSpPr>
          <p:nvPr/>
        </p:nvSpPr>
        <p:spPr>
          <a:xfrm xmlns:a="http://schemas.openxmlformats.org/drawingml/2006/main">
            <a:off x="609600" y="42862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1738"/>
                </a:solidFill>
                <a:latin typeface="Avenir Next"/>
                <a:ea typeface="Avenir Next"/>
                <a:cs typeface="Avenir Next"/>
              </a:defRPr>
            </a:defPPr>
            <a:lvl1pPr algn="l">
              <a:defRPr sz="3300" b="1">
                <a:solidFill>
                  <a:srgbClr val="111738"/>
                </a:solidFill>
                <a:latin typeface="Avenir Next"/>
                <a:ea typeface="Avenir Next"/>
                <a:cs typeface="Avenir Next"/>
              </a:defRPr>
            </a:lvl1pPr>
            <a:lvl2pPr algn="l">
              <a:defRPr sz="3300" b="1">
                <a:solidFill>
                  <a:srgbClr val="111738"/>
                </a:solidFill>
                <a:latin typeface="Avenir Next"/>
                <a:ea typeface="Avenir Next"/>
                <a:cs typeface="Avenir Next"/>
              </a:defRPr>
            </a:lvl2pPr>
            <a:lvl3pPr algn="l">
              <a:defRPr sz="3300" b="1">
                <a:solidFill>
                  <a:srgbClr val="111738"/>
                </a:solidFill>
                <a:latin typeface="Avenir Next"/>
                <a:ea typeface="Avenir Next"/>
                <a:cs typeface="Avenir Next"/>
              </a:defRPr>
            </a:lvl3pPr>
            <a:lvl4pPr algn="l">
              <a:defRPr sz="3300" b="1">
                <a:solidFill>
                  <a:srgbClr val="111738"/>
                </a:solidFill>
                <a:latin typeface="Avenir Next"/>
                <a:ea typeface="Avenir Next"/>
                <a:cs typeface="Avenir Next"/>
              </a:defRPr>
            </a:lvl4pPr>
            <a:lvl5pPr algn="l">
              <a:defRPr sz="3300" b="1">
                <a:solidFill>
                  <a:srgbClr val="111738"/>
                </a:solidFill>
                <a:latin typeface="Avenir Next"/>
                <a:ea typeface="Avenir Next"/>
                <a:cs typeface="Avenir Next"/>
              </a:defRPr>
            </a:lvl5pPr>
            <a:lvl6pPr algn="l">
              <a:defRPr sz="3300" b="1">
                <a:solidFill>
                  <a:srgbClr val="111738"/>
                </a:solidFill>
                <a:latin typeface="Avenir Next"/>
                <a:ea typeface="Avenir Next"/>
                <a:cs typeface="Avenir Next"/>
              </a:defRPr>
            </a:lvl6pPr>
            <a:lvl7pPr algn="l">
              <a:defRPr sz="3300" b="1">
                <a:solidFill>
                  <a:srgbClr val="111738"/>
                </a:solidFill>
                <a:latin typeface="Avenir Next"/>
                <a:ea typeface="Avenir Next"/>
                <a:cs typeface="Avenir Next"/>
              </a:defRPr>
            </a:lvl7pPr>
            <a:lvl8pPr algn="l">
              <a:defRPr sz="3300" b="1">
                <a:solidFill>
                  <a:srgbClr val="111738"/>
                </a:solidFill>
                <a:latin typeface="Avenir Next"/>
                <a:ea typeface="Avenir Next"/>
                <a:cs typeface="Avenir Next"/>
              </a:defRPr>
            </a:lvl8pPr>
            <a:lvl9pPr algn="l">
              <a:defRPr sz="3300" b="1">
                <a:solidFill>
                  <a:srgbClr val="111738"/>
                </a:solidFill>
                <a:latin typeface="Avenir Next"/>
                <a:ea typeface="Avenir Next"/>
                <a:cs typeface="Avenir Next"/>
              </a:defRPr>
            </a:lvl9pPr>
          </a:lstStyle>
          <a:p xmlns:a="http://schemas.openxmlformats.org/drawingml/2006/main">
            <a:pPr algn="l">
              <a:defRPr sz="3300" b="1">
                <a:solidFill>
                  <a:srgbClr val="111738"/>
                </a:solidFill>
                <a:latin typeface="Avenir Next"/>
                <a:ea typeface="Avenir Next"/>
                <a:cs typeface="Avenir Next"/>
              </a:defRPr>
            </a:pPr>
            <a:r>
              <a:rPr sz="3300" b="1">
                <a:solidFill>
                  <a:srgbClr val="111738"/>
                </a:solidFill>
                <a:latin typeface="Avenir Next"/>
                <a:ea typeface="Avenir Next"/>
                <a:cs typeface="Avenir Next"/>
              </a:rPr>
              <a:t>Charte graphique</a:t>
            </a:r>
          </a:p>
        </p:txBody>
      </p:sp>
      <p:sp>
        <p:nvSpPr>
          <p:cNvPr id="2" name="Référence retenue : identité Joinly et var">
            <a:extLst xmlns:a="http://schemas.openxmlformats.org/drawingml/2006/main">
              <a:ext uri="{FF2B5EF4-FFF2-40B4-BE49-F238E27FC236}">
                <a16:creationId xmlns:a16="http://schemas.microsoft.com/office/drawing/2014/main" id="{36A09712-8DC8-47C0-A870-B03036378670}"/>
              </a:ext>
            </a:extLst>
          </p:cNvPr>
          <p:cNvSpPr>
            <a:spLocks xmlns:a="http://schemas.openxmlformats.org/drawingml/2006/main" noGrp="1"/>
          </p:cNvSpPr>
          <p:nvPr/>
        </p:nvSpPr>
        <p:spPr>
          <a:xfrm xmlns:a="http://schemas.openxmlformats.org/drawingml/2006/main">
            <a:off x="609600" y="1190625"/>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454A66"/>
                </a:solidFill>
                <a:latin typeface="Avenir Next"/>
                <a:ea typeface="Avenir Next"/>
                <a:cs typeface="Avenir Next"/>
              </a:defRPr>
            </a:defPPr>
            <a:lvl1pPr algn="l">
              <a:defRPr sz="1725" b="0">
                <a:solidFill>
                  <a:srgbClr val="454A66"/>
                </a:solidFill>
                <a:latin typeface="Avenir Next"/>
                <a:ea typeface="Avenir Next"/>
                <a:cs typeface="Avenir Next"/>
              </a:defRPr>
            </a:lvl1pPr>
            <a:lvl2pPr algn="l">
              <a:defRPr sz="1725" b="0">
                <a:solidFill>
                  <a:srgbClr val="454A66"/>
                </a:solidFill>
                <a:latin typeface="Avenir Next"/>
                <a:ea typeface="Avenir Next"/>
                <a:cs typeface="Avenir Next"/>
              </a:defRPr>
            </a:lvl2pPr>
            <a:lvl3pPr algn="l">
              <a:defRPr sz="1725" b="0">
                <a:solidFill>
                  <a:srgbClr val="454A66"/>
                </a:solidFill>
                <a:latin typeface="Avenir Next"/>
                <a:ea typeface="Avenir Next"/>
                <a:cs typeface="Avenir Next"/>
              </a:defRPr>
            </a:lvl3pPr>
            <a:lvl4pPr algn="l">
              <a:defRPr sz="1725" b="0">
                <a:solidFill>
                  <a:srgbClr val="454A66"/>
                </a:solidFill>
                <a:latin typeface="Avenir Next"/>
                <a:ea typeface="Avenir Next"/>
                <a:cs typeface="Avenir Next"/>
              </a:defRPr>
            </a:lvl4pPr>
            <a:lvl5pPr algn="l">
              <a:defRPr sz="1725" b="0">
                <a:solidFill>
                  <a:srgbClr val="454A66"/>
                </a:solidFill>
                <a:latin typeface="Avenir Next"/>
                <a:ea typeface="Avenir Next"/>
                <a:cs typeface="Avenir Next"/>
              </a:defRPr>
            </a:lvl5pPr>
            <a:lvl6pPr algn="l">
              <a:defRPr sz="1725" b="0">
                <a:solidFill>
                  <a:srgbClr val="454A66"/>
                </a:solidFill>
                <a:latin typeface="Avenir Next"/>
                <a:ea typeface="Avenir Next"/>
                <a:cs typeface="Avenir Next"/>
              </a:defRPr>
            </a:lvl6pPr>
            <a:lvl7pPr algn="l">
              <a:defRPr sz="1725" b="0">
                <a:solidFill>
                  <a:srgbClr val="454A66"/>
                </a:solidFill>
                <a:latin typeface="Avenir Next"/>
                <a:ea typeface="Avenir Next"/>
                <a:cs typeface="Avenir Next"/>
              </a:defRPr>
            </a:lvl7pPr>
            <a:lvl8pPr algn="l">
              <a:defRPr sz="1725" b="0">
                <a:solidFill>
                  <a:srgbClr val="454A66"/>
                </a:solidFill>
                <a:latin typeface="Avenir Next"/>
                <a:ea typeface="Avenir Next"/>
                <a:cs typeface="Avenir Next"/>
              </a:defRPr>
            </a:lvl8pPr>
            <a:lvl9pPr algn="l">
              <a:defRPr sz="1725" b="0">
                <a:solidFill>
                  <a:srgbClr val="454A66"/>
                </a:solidFill>
                <a:latin typeface="Avenir Next"/>
                <a:ea typeface="Avenir Next"/>
                <a:cs typeface="Avenir Next"/>
              </a:defRPr>
            </a:lvl9pPr>
          </a:lstStyle>
          <a:p xmlns:a="http://schemas.openxmlformats.org/drawingml/2006/main">
            <a:pPr algn="l">
              <a:defRPr sz="1725" b="0">
                <a:solidFill>
                  <a:srgbClr val="454A66"/>
                </a:solidFill>
                <a:latin typeface="Avenir Next"/>
                <a:ea typeface="Avenir Next"/>
                <a:cs typeface="Avenir Next"/>
              </a:defRPr>
            </a:pPr>
            <a:r>
              <a:rPr sz="1725" b="0">
                <a:solidFill>
                  <a:srgbClr val="454A66"/>
                </a:solidFill>
                <a:latin typeface="Avenir Next"/>
                <a:ea typeface="Avenir Next"/>
                <a:cs typeface="Avenir Next"/>
              </a:rPr>
              <a:t>Référence retenue : identité Joinly et variables du CSS actuel</a:t>
            </a:r>
          </a:p>
        </p:txBody>
      </p:sp>
      <p:sp>
        <p:nvSpPr>
          <p:cNvPr id="3" name="G1D Lab  /  APP ISEP">
            <a:extLst xmlns:a="http://schemas.openxmlformats.org/drawingml/2006/main">
              <a:ext uri="{FF2B5EF4-FFF2-40B4-BE49-F238E27FC236}">
                <a16:creationId xmlns:a16="http://schemas.microsoft.com/office/drawing/2014/main" id="{AF5B99B4-0B21-4173-80F9-C31550675A50}"/>
              </a:ext>
            </a:extLst>
          </p:cNvPr>
          <p:cNvSpPr>
            <a:spLocks xmlns:a="http://schemas.openxmlformats.org/drawingml/2006/main" noGrp="1"/>
          </p:cNvSpPr>
          <p:nvPr/>
        </p:nvSpPr>
        <p:spPr>
          <a:xfrm xmlns:a="http://schemas.openxmlformats.org/drawingml/2006/main">
            <a:off x="609600" y="6448425"/>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454A66"/>
                </a:solidFill>
                <a:latin typeface="Avenir Next"/>
                <a:ea typeface="Avenir Next"/>
                <a:cs typeface="Avenir Next"/>
              </a:defRPr>
            </a:defPPr>
            <a:lvl1pPr algn="l">
              <a:defRPr sz="1125" b="0">
                <a:solidFill>
                  <a:srgbClr val="454A66"/>
                </a:solidFill>
                <a:latin typeface="Avenir Next"/>
                <a:ea typeface="Avenir Next"/>
                <a:cs typeface="Avenir Next"/>
              </a:defRPr>
            </a:lvl1pPr>
            <a:lvl2pPr algn="l">
              <a:defRPr sz="1125" b="0">
                <a:solidFill>
                  <a:srgbClr val="454A66"/>
                </a:solidFill>
                <a:latin typeface="Avenir Next"/>
                <a:ea typeface="Avenir Next"/>
                <a:cs typeface="Avenir Next"/>
              </a:defRPr>
            </a:lvl2pPr>
            <a:lvl3pPr algn="l">
              <a:defRPr sz="1125" b="0">
                <a:solidFill>
                  <a:srgbClr val="454A66"/>
                </a:solidFill>
                <a:latin typeface="Avenir Next"/>
                <a:ea typeface="Avenir Next"/>
                <a:cs typeface="Avenir Next"/>
              </a:defRPr>
            </a:lvl3pPr>
            <a:lvl4pPr algn="l">
              <a:defRPr sz="1125" b="0">
                <a:solidFill>
                  <a:srgbClr val="454A66"/>
                </a:solidFill>
                <a:latin typeface="Avenir Next"/>
                <a:ea typeface="Avenir Next"/>
                <a:cs typeface="Avenir Next"/>
              </a:defRPr>
            </a:lvl4pPr>
            <a:lvl5pPr algn="l">
              <a:defRPr sz="1125" b="0">
                <a:solidFill>
                  <a:srgbClr val="454A66"/>
                </a:solidFill>
                <a:latin typeface="Avenir Next"/>
                <a:ea typeface="Avenir Next"/>
                <a:cs typeface="Avenir Next"/>
              </a:defRPr>
            </a:lvl5pPr>
            <a:lvl6pPr algn="l">
              <a:defRPr sz="1125" b="0">
                <a:solidFill>
                  <a:srgbClr val="454A66"/>
                </a:solidFill>
                <a:latin typeface="Avenir Next"/>
                <a:ea typeface="Avenir Next"/>
                <a:cs typeface="Avenir Next"/>
              </a:defRPr>
            </a:lvl6pPr>
            <a:lvl7pPr algn="l">
              <a:defRPr sz="1125" b="0">
                <a:solidFill>
                  <a:srgbClr val="454A66"/>
                </a:solidFill>
                <a:latin typeface="Avenir Next"/>
                <a:ea typeface="Avenir Next"/>
                <a:cs typeface="Avenir Next"/>
              </a:defRPr>
            </a:lvl7pPr>
            <a:lvl8pPr algn="l">
              <a:defRPr sz="1125" b="0">
                <a:solidFill>
                  <a:srgbClr val="454A66"/>
                </a:solidFill>
                <a:latin typeface="Avenir Next"/>
                <a:ea typeface="Avenir Next"/>
                <a:cs typeface="Avenir Next"/>
              </a:defRPr>
            </a:lvl8pPr>
            <a:lvl9pPr algn="l">
              <a:defRPr sz="1125" b="0">
                <a:solidFill>
                  <a:srgbClr val="454A66"/>
                </a:solidFill>
                <a:latin typeface="Avenir Next"/>
                <a:ea typeface="Avenir Next"/>
                <a:cs typeface="Avenir Next"/>
              </a:defRPr>
            </a:lvl9pPr>
          </a:lstStyle>
          <a:p xmlns:a="http://schemas.openxmlformats.org/drawingml/2006/main">
            <a:pPr algn="l">
              <a:defRPr sz="1125" b="0">
                <a:solidFill>
                  <a:srgbClr val="454A66"/>
                </a:solidFill>
                <a:latin typeface="Avenir Next"/>
                <a:ea typeface="Avenir Next"/>
                <a:cs typeface="Avenir Next"/>
              </a:defRPr>
            </a:pPr>
            <a:r>
              <a:rPr sz="1125" b="0">
                <a:solidFill>
                  <a:srgbClr val="454A66"/>
                </a:solidFill>
                <a:latin typeface="Avenir Next"/>
                <a:ea typeface="Avenir Next"/>
                <a:cs typeface="Avenir Next"/>
              </a:rPr>
              <a:t>G1D Lab  /  APP ISEP</a:t>
            </a:r>
          </a:p>
        </p:txBody>
      </p:sp>
      <p:sp>
        <p:nvSpPr>
          <p:cNvPr id="4" name="08">
            <a:extLst xmlns:a="http://schemas.openxmlformats.org/drawingml/2006/main">
              <a:ext uri="{FF2B5EF4-FFF2-40B4-BE49-F238E27FC236}">
                <a16:creationId xmlns:a16="http://schemas.microsoft.com/office/drawing/2014/main" id="{06E9313B-0036-4DBD-87A6-CF58E8BEC27A}"/>
              </a:ext>
            </a:extLst>
          </p:cNvPr>
          <p:cNvSpPr>
            <a:spLocks xmlns:a="http://schemas.openxmlformats.org/drawingml/2006/main" noGrp="1"/>
          </p:cNvSpPr>
          <p:nvPr/>
        </p:nvSpPr>
        <p:spPr>
          <a:xfrm xmlns:a="http://schemas.openxmlformats.org/drawingml/2006/main">
            <a:off x="10953750" y="641985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75" b="0">
                <a:solidFill>
                  <a:srgbClr val="454A66"/>
                </a:solidFill>
                <a:latin typeface="Avenir Next"/>
                <a:ea typeface="Avenir Next"/>
                <a:cs typeface="Avenir Next"/>
              </a:defRPr>
            </a:defPPr>
            <a:lvl1pPr algn="r">
              <a:defRPr sz="1275" b="0">
                <a:solidFill>
                  <a:srgbClr val="454A66"/>
                </a:solidFill>
                <a:latin typeface="Avenir Next"/>
                <a:ea typeface="Avenir Next"/>
                <a:cs typeface="Avenir Next"/>
              </a:defRPr>
            </a:lvl1pPr>
            <a:lvl2pPr algn="r">
              <a:defRPr sz="1275" b="0">
                <a:solidFill>
                  <a:srgbClr val="454A66"/>
                </a:solidFill>
                <a:latin typeface="Avenir Next"/>
                <a:ea typeface="Avenir Next"/>
                <a:cs typeface="Avenir Next"/>
              </a:defRPr>
            </a:lvl2pPr>
            <a:lvl3pPr algn="r">
              <a:defRPr sz="1275" b="0">
                <a:solidFill>
                  <a:srgbClr val="454A66"/>
                </a:solidFill>
                <a:latin typeface="Avenir Next"/>
                <a:ea typeface="Avenir Next"/>
                <a:cs typeface="Avenir Next"/>
              </a:defRPr>
            </a:lvl3pPr>
            <a:lvl4pPr algn="r">
              <a:defRPr sz="1275" b="0">
                <a:solidFill>
                  <a:srgbClr val="454A66"/>
                </a:solidFill>
                <a:latin typeface="Avenir Next"/>
                <a:ea typeface="Avenir Next"/>
                <a:cs typeface="Avenir Next"/>
              </a:defRPr>
            </a:lvl4pPr>
            <a:lvl5pPr algn="r">
              <a:defRPr sz="1275" b="0">
                <a:solidFill>
                  <a:srgbClr val="454A66"/>
                </a:solidFill>
                <a:latin typeface="Avenir Next"/>
                <a:ea typeface="Avenir Next"/>
                <a:cs typeface="Avenir Next"/>
              </a:defRPr>
            </a:lvl5pPr>
            <a:lvl6pPr algn="r">
              <a:defRPr sz="1275" b="0">
                <a:solidFill>
                  <a:srgbClr val="454A66"/>
                </a:solidFill>
                <a:latin typeface="Avenir Next"/>
                <a:ea typeface="Avenir Next"/>
                <a:cs typeface="Avenir Next"/>
              </a:defRPr>
            </a:lvl6pPr>
            <a:lvl7pPr algn="r">
              <a:defRPr sz="1275" b="0">
                <a:solidFill>
                  <a:srgbClr val="454A66"/>
                </a:solidFill>
                <a:latin typeface="Avenir Next"/>
                <a:ea typeface="Avenir Next"/>
                <a:cs typeface="Avenir Next"/>
              </a:defRPr>
            </a:lvl7pPr>
            <a:lvl8pPr algn="r">
              <a:defRPr sz="1275" b="0">
                <a:solidFill>
                  <a:srgbClr val="454A66"/>
                </a:solidFill>
                <a:latin typeface="Avenir Next"/>
                <a:ea typeface="Avenir Next"/>
                <a:cs typeface="Avenir Next"/>
              </a:defRPr>
            </a:lvl8pPr>
            <a:lvl9pPr algn="r">
              <a:defRPr sz="1275" b="0">
                <a:solidFill>
                  <a:srgbClr val="454A66"/>
                </a:solidFill>
                <a:latin typeface="Avenir Next"/>
                <a:ea typeface="Avenir Next"/>
                <a:cs typeface="Avenir Next"/>
              </a:defRPr>
            </a:lvl9pPr>
          </a:lstStyle>
          <a:p xmlns:a="http://schemas.openxmlformats.org/drawingml/2006/main">
            <a:pPr algn="r">
              <a:defRPr sz="1275" b="0">
                <a:solidFill>
                  <a:srgbClr val="454A66"/>
                </a:solidFill>
                <a:latin typeface="Avenir Next"/>
                <a:ea typeface="Avenir Next"/>
                <a:cs typeface="Avenir Next"/>
              </a:defRPr>
            </a:pPr>
            <a:r>
              <a:rPr sz="1275" b="0">
                <a:solidFill>
                  <a:srgbClr val="454A66"/>
                </a:solidFill>
                <a:latin typeface="Avenir Next"/>
                <a:ea typeface="Avenir Next"/>
                <a:cs typeface="Avenir Next"/>
              </a:rPr>
              <a:t>08</a:t>
            </a:r>
          </a:p>
        </p:txBody>
      </p:sp>
      <p:pic>
        <p:nvPicPr>
          <p:cNvPr id="5" name="">
            <a:extLst xmlns:a="http://schemas.openxmlformats.org/drawingml/2006/main">
              <a:ext uri="{FF2B5EF4-FFF2-40B4-BE49-F238E27FC236}">
                <a16:creationId xmlns:a16="http://schemas.microsoft.com/office/drawing/2014/main" id="{C998DF76-30D1-46DF-93D0-98609EDF3F5A}"/>
              </a:ext>
            </a:extLst>
          </p:cNvPr>
          <p:cNvPicPr>
            <a:picLocks xmlns:a="http://schemas.openxmlformats.org/drawingml/2006/main" noChangeAspect="1"/>
          </p:cNvPicPr>
          <p:nvPr/>
        </p:nvPicPr>
        <p:blipFill>
          <a:blip xmlns:r="http://schemas.openxmlformats.org/officeDocument/2006/relationships" xmlns:a="http://schemas.openxmlformats.org/drawingml/2006/main" r:embed="R20231310c375489c"/>
          <a:stretch xmlns:a="http://schemas.openxmlformats.org/drawingml/2006/main"/>
        </p:blipFill>
        <p:spPr>
          <a:xfrm xmlns:a="http://schemas.openxmlformats.org/drawingml/2006/main">
            <a:off x="717285" y="1924050"/>
            <a:ext cx="4089929" cy="12477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62DD597-C555-45E5-BB15-0EDE417CFEF0}"/>
              </a:ext>
            </a:extLst>
          </p:cNvPr>
          <p:cNvSpPr>
            <a:spLocks xmlns:a="http://schemas.openxmlformats.org/drawingml/2006/main" noGrp="1"/>
          </p:cNvSpPr>
          <p:nvPr/>
        </p:nvSpPr>
        <p:spPr>
          <a:xfrm xmlns:a="http://schemas.openxmlformats.org/drawingml/2006/main">
            <a:off x="714375" y="3371850"/>
            <a:ext cx="4095750" cy="1143000"/>
          </a:xfrm>
          <a:prstGeom xmlns:a="http://schemas.openxmlformats.org/drawingml/2006/main" prst="roundRect">
            <a:avLst>
              <a:gd name="adj" fmla="val 10000"/>
            </a:avLst>
          </a:prstGeom>
          <a:solidFill xmlns:a="http://schemas.openxmlformats.org/drawingml/2006/main">
            <a:srgbClr val="111738"/>
          </a:solidFill>
          <a:ln xmlns:a="http://schemas.openxmlformats.org/drawingml/2006/main" w="11430">
            <a:solidFill>
              <a:srgbClr val="111738"/>
            </a:solidFill>
          </a:ln>
        </p:spPr>
      </p:sp>
      <p:pic>
        <p:nvPicPr>
          <p:cNvPr id="7" name="">
            <a:extLst xmlns:a="http://schemas.openxmlformats.org/drawingml/2006/main">
              <a:ext uri="{FF2B5EF4-FFF2-40B4-BE49-F238E27FC236}">
                <a16:creationId xmlns:a16="http://schemas.microsoft.com/office/drawing/2014/main" id="{F38C6F9B-5BB9-49C5-9FE3-8BA84D513D27}"/>
              </a:ext>
            </a:extLst>
          </p:cNvPr>
          <p:cNvPicPr>
            <a:picLocks xmlns:a="http://schemas.openxmlformats.org/drawingml/2006/main" noChangeAspect="1"/>
          </p:cNvPicPr>
          <p:nvPr/>
        </p:nvPicPr>
        <p:blipFill>
          <a:blip xmlns:r="http://schemas.openxmlformats.org/officeDocument/2006/relationships" xmlns:a="http://schemas.openxmlformats.org/drawingml/2006/main" r:embed="Ra156be0a1483492d"/>
          <a:stretch xmlns:a="http://schemas.openxmlformats.org/drawingml/2006/main"/>
        </p:blipFill>
        <p:spPr>
          <a:xfrm xmlns:a="http://schemas.openxmlformats.org/drawingml/2006/main">
            <a:off x="1575858" y="3600450"/>
            <a:ext cx="2372783" cy="723900"/>
          </a:xfrm>
          <a:prstGeom xmlns:a="http://schemas.openxmlformats.org/drawingml/2006/main" prst="rect">
            <a:avLst/>
          </a:prstGeom>
        </p:spPr>
      </p:pic>
      <p:sp>
        <p:nvSpPr>
          <p:cNvPr id="8" name="Titres : Nunito">
            <a:extLst xmlns:a="http://schemas.openxmlformats.org/drawingml/2006/main">
              <a:ext uri="{FF2B5EF4-FFF2-40B4-BE49-F238E27FC236}">
                <a16:creationId xmlns:a16="http://schemas.microsoft.com/office/drawing/2014/main" id="{81C32F01-724E-43D3-AF2B-DE3D3BD0CD52}"/>
              </a:ext>
            </a:extLst>
          </p:cNvPr>
          <p:cNvSpPr>
            <a:spLocks xmlns:a="http://schemas.openxmlformats.org/drawingml/2006/main" noGrp="1"/>
          </p:cNvSpPr>
          <p:nvPr/>
        </p:nvSpPr>
        <p:spPr>
          <a:xfrm xmlns:a="http://schemas.openxmlformats.org/drawingml/2006/main">
            <a:off x="5381625" y="2009775"/>
            <a:ext cx="5905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1">
                <a:solidFill>
                  <a:srgbClr val="111738"/>
                </a:solidFill>
                <a:latin typeface="Avenir Next"/>
                <a:ea typeface="Avenir Next"/>
                <a:cs typeface="Avenir Next"/>
              </a:defRPr>
            </a:defPPr>
            <a:lvl1pPr algn="l">
              <a:defRPr sz="2250" b="1">
                <a:solidFill>
                  <a:srgbClr val="111738"/>
                </a:solidFill>
                <a:latin typeface="Avenir Next"/>
                <a:ea typeface="Avenir Next"/>
                <a:cs typeface="Avenir Next"/>
              </a:defRPr>
            </a:lvl1pPr>
            <a:lvl2pPr algn="l">
              <a:defRPr sz="2250" b="1">
                <a:solidFill>
                  <a:srgbClr val="111738"/>
                </a:solidFill>
                <a:latin typeface="Avenir Next"/>
                <a:ea typeface="Avenir Next"/>
                <a:cs typeface="Avenir Next"/>
              </a:defRPr>
            </a:lvl2pPr>
            <a:lvl3pPr algn="l">
              <a:defRPr sz="2250" b="1">
                <a:solidFill>
                  <a:srgbClr val="111738"/>
                </a:solidFill>
                <a:latin typeface="Avenir Next"/>
                <a:ea typeface="Avenir Next"/>
                <a:cs typeface="Avenir Next"/>
              </a:defRPr>
            </a:lvl3pPr>
            <a:lvl4pPr algn="l">
              <a:defRPr sz="2250" b="1">
                <a:solidFill>
                  <a:srgbClr val="111738"/>
                </a:solidFill>
                <a:latin typeface="Avenir Next"/>
                <a:ea typeface="Avenir Next"/>
                <a:cs typeface="Avenir Next"/>
              </a:defRPr>
            </a:lvl4pPr>
            <a:lvl5pPr algn="l">
              <a:defRPr sz="2250" b="1">
                <a:solidFill>
                  <a:srgbClr val="111738"/>
                </a:solidFill>
                <a:latin typeface="Avenir Next"/>
                <a:ea typeface="Avenir Next"/>
                <a:cs typeface="Avenir Next"/>
              </a:defRPr>
            </a:lvl5pPr>
            <a:lvl6pPr algn="l">
              <a:defRPr sz="2250" b="1">
                <a:solidFill>
                  <a:srgbClr val="111738"/>
                </a:solidFill>
                <a:latin typeface="Avenir Next"/>
                <a:ea typeface="Avenir Next"/>
                <a:cs typeface="Avenir Next"/>
              </a:defRPr>
            </a:lvl6pPr>
            <a:lvl7pPr algn="l">
              <a:defRPr sz="2250" b="1">
                <a:solidFill>
                  <a:srgbClr val="111738"/>
                </a:solidFill>
                <a:latin typeface="Avenir Next"/>
                <a:ea typeface="Avenir Next"/>
                <a:cs typeface="Avenir Next"/>
              </a:defRPr>
            </a:lvl7pPr>
            <a:lvl8pPr algn="l">
              <a:defRPr sz="2250" b="1">
                <a:solidFill>
                  <a:srgbClr val="111738"/>
                </a:solidFill>
                <a:latin typeface="Avenir Next"/>
                <a:ea typeface="Avenir Next"/>
                <a:cs typeface="Avenir Next"/>
              </a:defRPr>
            </a:lvl8pPr>
            <a:lvl9pPr algn="l">
              <a:defRPr sz="2250" b="1">
                <a:solidFill>
                  <a:srgbClr val="111738"/>
                </a:solidFill>
                <a:latin typeface="Avenir Next"/>
                <a:ea typeface="Avenir Next"/>
                <a:cs typeface="Avenir Next"/>
              </a:defRPr>
            </a:lvl9pPr>
          </a:lstStyle>
          <a:p xmlns:a="http://schemas.openxmlformats.org/drawingml/2006/main">
            <a:pPr algn="l">
              <a:defRPr sz="2250" b="1">
                <a:solidFill>
                  <a:srgbClr val="111738"/>
                </a:solidFill>
                <a:latin typeface="Avenir Next"/>
                <a:ea typeface="Avenir Next"/>
                <a:cs typeface="Avenir Next"/>
              </a:defRPr>
            </a:pPr>
            <a:r>
              <a:rPr sz="2250" b="1">
                <a:solidFill>
                  <a:srgbClr val="111738"/>
                </a:solidFill>
                <a:latin typeface="Avenir Next"/>
                <a:ea typeface="Avenir Next"/>
                <a:cs typeface="Avenir Next"/>
              </a:rPr>
              <a:t>Titres : Nunito</a:t>
            </a:r>
          </a:p>
        </p:txBody>
      </p:sp>
      <p:sp>
        <p:nvSpPr>
          <p:cNvPr id="9" name="Texte : Figtree">
            <a:extLst xmlns:a="http://schemas.openxmlformats.org/drawingml/2006/main">
              <a:ext uri="{FF2B5EF4-FFF2-40B4-BE49-F238E27FC236}">
                <a16:creationId xmlns:a16="http://schemas.microsoft.com/office/drawing/2014/main" id="{416A3857-20F4-4E5B-AA37-E248833EE11C}"/>
              </a:ext>
            </a:extLst>
          </p:cNvPr>
          <p:cNvSpPr>
            <a:spLocks xmlns:a="http://schemas.openxmlformats.org/drawingml/2006/main" noGrp="1"/>
          </p:cNvSpPr>
          <p:nvPr/>
        </p:nvSpPr>
        <p:spPr>
          <a:xfrm xmlns:a="http://schemas.openxmlformats.org/drawingml/2006/main">
            <a:off x="5381625" y="2514600"/>
            <a:ext cx="5905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0">
                <a:solidFill>
                  <a:srgbClr val="111738"/>
                </a:solidFill>
                <a:latin typeface="Avenir Next"/>
                <a:ea typeface="Avenir Next"/>
                <a:cs typeface="Avenir Next"/>
              </a:defRPr>
            </a:defPPr>
            <a:lvl1pPr algn="l">
              <a:defRPr sz="2250" b="0">
                <a:solidFill>
                  <a:srgbClr val="111738"/>
                </a:solidFill>
                <a:latin typeface="Avenir Next"/>
                <a:ea typeface="Avenir Next"/>
                <a:cs typeface="Avenir Next"/>
              </a:defRPr>
            </a:lvl1pPr>
            <a:lvl2pPr algn="l">
              <a:defRPr sz="2250" b="0">
                <a:solidFill>
                  <a:srgbClr val="111738"/>
                </a:solidFill>
                <a:latin typeface="Avenir Next"/>
                <a:ea typeface="Avenir Next"/>
                <a:cs typeface="Avenir Next"/>
              </a:defRPr>
            </a:lvl2pPr>
            <a:lvl3pPr algn="l">
              <a:defRPr sz="2250" b="0">
                <a:solidFill>
                  <a:srgbClr val="111738"/>
                </a:solidFill>
                <a:latin typeface="Avenir Next"/>
                <a:ea typeface="Avenir Next"/>
                <a:cs typeface="Avenir Next"/>
              </a:defRPr>
            </a:lvl3pPr>
            <a:lvl4pPr algn="l">
              <a:defRPr sz="2250" b="0">
                <a:solidFill>
                  <a:srgbClr val="111738"/>
                </a:solidFill>
                <a:latin typeface="Avenir Next"/>
                <a:ea typeface="Avenir Next"/>
                <a:cs typeface="Avenir Next"/>
              </a:defRPr>
            </a:lvl4pPr>
            <a:lvl5pPr algn="l">
              <a:defRPr sz="2250" b="0">
                <a:solidFill>
                  <a:srgbClr val="111738"/>
                </a:solidFill>
                <a:latin typeface="Avenir Next"/>
                <a:ea typeface="Avenir Next"/>
                <a:cs typeface="Avenir Next"/>
              </a:defRPr>
            </a:lvl5pPr>
            <a:lvl6pPr algn="l">
              <a:defRPr sz="2250" b="0">
                <a:solidFill>
                  <a:srgbClr val="111738"/>
                </a:solidFill>
                <a:latin typeface="Avenir Next"/>
                <a:ea typeface="Avenir Next"/>
                <a:cs typeface="Avenir Next"/>
              </a:defRPr>
            </a:lvl6pPr>
            <a:lvl7pPr algn="l">
              <a:defRPr sz="2250" b="0">
                <a:solidFill>
                  <a:srgbClr val="111738"/>
                </a:solidFill>
                <a:latin typeface="Avenir Next"/>
                <a:ea typeface="Avenir Next"/>
                <a:cs typeface="Avenir Next"/>
              </a:defRPr>
            </a:lvl7pPr>
            <a:lvl8pPr algn="l">
              <a:defRPr sz="2250" b="0">
                <a:solidFill>
                  <a:srgbClr val="111738"/>
                </a:solidFill>
                <a:latin typeface="Avenir Next"/>
                <a:ea typeface="Avenir Next"/>
                <a:cs typeface="Avenir Next"/>
              </a:defRPr>
            </a:lvl8pPr>
            <a:lvl9pPr algn="l">
              <a:defRPr sz="2250" b="0">
                <a:solidFill>
                  <a:srgbClr val="111738"/>
                </a:solidFill>
                <a:latin typeface="Avenir Next"/>
                <a:ea typeface="Avenir Next"/>
                <a:cs typeface="Avenir Next"/>
              </a:defRPr>
            </a:lvl9pPr>
          </a:lstStyle>
          <a:p xmlns:a="http://schemas.openxmlformats.org/drawingml/2006/main">
            <a:pPr algn="l">
              <a:defRPr sz="2250" b="0">
                <a:solidFill>
                  <a:srgbClr val="111738"/>
                </a:solidFill>
                <a:latin typeface="Avenir Next"/>
                <a:ea typeface="Avenir Next"/>
                <a:cs typeface="Avenir Next"/>
              </a:defRPr>
            </a:pPr>
            <a:r>
              <a:rPr sz="2250" b="0">
                <a:solidFill>
                  <a:srgbClr val="111738"/>
                </a:solidFill>
                <a:latin typeface="Avenir Next"/>
                <a:ea typeface="Avenir Next"/>
                <a:cs typeface="Avenir Next"/>
              </a:rPr>
              <a:t>Texte : Figtree</a:t>
            </a:r>
          </a:p>
        </p:txBody>
      </p:sp>
      <p:sp>
        <p:nvSpPr>
          <p:cNvPr id="10" name="Repli du CSS et du support : Avenir Next">
            <a:extLst xmlns:a="http://schemas.openxmlformats.org/drawingml/2006/main">
              <a:ext uri="{FF2B5EF4-FFF2-40B4-BE49-F238E27FC236}">
                <a16:creationId xmlns:a16="http://schemas.microsoft.com/office/drawing/2014/main" id="{78E8042B-CB74-422B-A1EF-E52249818FDC}"/>
              </a:ext>
            </a:extLst>
          </p:cNvPr>
          <p:cNvSpPr>
            <a:spLocks xmlns:a="http://schemas.openxmlformats.org/drawingml/2006/main" noGrp="1"/>
          </p:cNvSpPr>
          <p:nvPr/>
        </p:nvSpPr>
        <p:spPr>
          <a:xfrm xmlns:a="http://schemas.openxmlformats.org/drawingml/2006/main">
            <a:off x="5381625" y="3028950"/>
            <a:ext cx="600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454A66"/>
                </a:solidFill>
                <a:latin typeface="Avenir Next"/>
                <a:ea typeface="Avenir Next"/>
                <a:cs typeface="Avenir Next"/>
              </a:defRPr>
            </a:defPPr>
            <a:lvl1pPr algn="l">
              <a:defRPr sz="1650" b="0">
                <a:solidFill>
                  <a:srgbClr val="454A66"/>
                </a:solidFill>
                <a:latin typeface="Avenir Next"/>
                <a:ea typeface="Avenir Next"/>
                <a:cs typeface="Avenir Next"/>
              </a:defRPr>
            </a:lvl1pPr>
            <a:lvl2pPr algn="l">
              <a:defRPr sz="1650" b="0">
                <a:solidFill>
                  <a:srgbClr val="454A66"/>
                </a:solidFill>
                <a:latin typeface="Avenir Next"/>
                <a:ea typeface="Avenir Next"/>
                <a:cs typeface="Avenir Next"/>
              </a:defRPr>
            </a:lvl2pPr>
            <a:lvl3pPr algn="l">
              <a:defRPr sz="1650" b="0">
                <a:solidFill>
                  <a:srgbClr val="454A66"/>
                </a:solidFill>
                <a:latin typeface="Avenir Next"/>
                <a:ea typeface="Avenir Next"/>
                <a:cs typeface="Avenir Next"/>
              </a:defRPr>
            </a:lvl3pPr>
            <a:lvl4pPr algn="l">
              <a:defRPr sz="1650" b="0">
                <a:solidFill>
                  <a:srgbClr val="454A66"/>
                </a:solidFill>
                <a:latin typeface="Avenir Next"/>
                <a:ea typeface="Avenir Next"/>
                <a:cs typeface="Avenir Next"/>
              </a:defRPr>
            </a:lvl4pPr>
            <a:lvl5pPr algn="l">
              <a:defRPr sz="1650" b="0">
                <a:solidFill>
                  <a:srgbClr val="454A66"/>
                </a:solidFill>
                <a:latin typeface="Avenir Next"/>
                <a:ea typeface="Avenir Next"/>
                <a:cs typeface="Avenir Next"/>
              </a:defRPr>
            </a:lvl5pPr>
            <a:lvl6pPr algn="l">
              <a:defRPr sz="1650" b="0">
                <a:solidFill>
                  <a:srgbClr val="454A66"/>
                </a:solidFill>
                <a:latin typeface="Avenir Next"/>
                <a:ea typeface="Avenir Next"/>
                <a:cs typeface="Avenir Next"/>
              </a:defRPr>
            </a:lvl6pPr>
            <a:lvl7pPr algn="l">
              <a:defRPr sz="1650" b="0">
                <a:solidFill>
                  <a:srgbClr val="454A66"/>
                </a:solidFill>
                <a:latin typeface="Avenir Next"/>
                <a:ea typeface="Avenir Next"/>
                <a:cs typeface="Avenir Next"/>
              </a:defRPr>
            </a:lvl7pPr>
            <a:lvl8pPr algn="l">
              <a:defRPr sz="1650" b="0">
                <a:solidFill>
                  <a:srgbClr val="454A66"/>
                </a:solidFill>
                <a:latin typeface="Avenir Next"/>
                <a:ea typeface="Avenir Next"/>
                <a:cs typeface="Avenir Next"/>
              </a:defRPr>
            </a:lvl8pPr>
            <a:lvl9pPr algn="l">
              <a:defRPr sz="1650" b="0">
                <a:solidFill>
                  <a:srgbClr val="454A66"/>
                </a:solidFill>
                <a:latin typeface="Avenir Next"/>
                <a:ea typeface="Avenir Next"/>
                <a:cs typeface="Avenir Next"/>
              </a:defRPr>
            </a:lvl9pPr>
          </a:lstStyle>
          <a:p xmlns:a="http://schemas.openxmlformats.org/drawingml/2006/main">
            <a:pPr algn="l">
              <a:defRPr sz="1650" b="0">
                <a:solidFill>
                  <a:srgbClr val="454A66"/>
                </a:solidFill>
                <a:latin typeface="Avenir Next"/>
                <a:ea typeface="Avenir Next"/>
                <a:cs typeface="Avenir Next"/>
              </a:defRPr>
            </a:pPr>
            <a:r>
              <a:rPr sz="1650" b="0">
                <a:solidFill>
                  <a:srgbClr val="454A66"/>
                </a:solidFill>
                <a:latin typeface="Avenir Next"/>
                <a:ea typeface="Avenir Next"/>
                <a:cs typeface="Avenir Next"/>
              </a:rPr>
              <a:t>Repli du CSS et du support : Avenir Next</a:t>
            </a:r>
          </a:p>
        </p:txBody>
      </p:sp>
      <p:graphicFrame>
        <p:nvGraphicFramePr>
          <p:cNvPr id="11" name="">
            <a:extLst xmlns:a="http://schemas.openxmlformats.org/drawingml/2006/main">
              <a:ext uri="{FF2B5EF4-FFF2-40B4-BE49-F238E27FC236}">
                <a16:creationId xmlns:a16="http://schemas.microsoft.com/office/drawing/2014/main" id="{D663D9C0-EFD9-4F60-83B8-30A53C0CEF92}"/>
              </a:ext>
            </a:extLst>
          </p:cNvPr>
          <p:cNvGraphicFramePr/>
          <p:nvPr/>
        </p:nvGraphicFramePr>
        <p:xfrm>
          <a:off xmlns:a="http://schemas.openxmlformats.org/drawingml/2006/main" x="5381625" y="3590925"/>
          <a:ext xmlns:a="http://schemas.openxmlformats.org/drawingml/2006/main" cx="6096000" cy="933450"/>
        </p:xfrm>
        <a:graphic xmlns:a="http://schemas.openxmlformats.org/drawingml/2006/main">
          <a:graphicData uri="http://schemas.openxmlformats.org/drawingml/2006/table">
            <a:tbl>
              <a:tblPr/>
              <a:tblGrid>
                <a:gridCol w="1219200"/>
                <a:gridCol w="1219200"/>
                <a:gridCol w="1219200"/>
                <a:gridCol w="1219200"/>
                <a:gridCol w="1219200"/>
              </a:tblGrid>
              <a:tr h="466725">
                <a:tc>
                  <a:txBody>
                    <a:bodyPr lIns="47625" tIns="47625" rIns="47625" bIns="47625"/>
                    <a:lstStyle/>
                    <a:p>
                      <a:pPr algn="ctr"/>
                      <a:r>
                        <a:rPr sz="1275" b="1">
                          <a:solidFill>
                            <a:srgbClr val="FFFFFF"/>
                          </a:solidFill>
                          <a:latin typeface="Avenir Next"/>
                          <a:ea typeface="Avenir Next"/>
                          <a:cs typeface="Avenir Next"/>
                        </a:rPr>
                        <a:t>Bleu</a:t>
                      </a:r>
                    </a:p>
                  </a:txBody>
                  <a:tcPr marL="91440" marR="91440" marT="45720" marB="45720" anchor="ctr">
                    <a:lnL w="9525">
                      <a:solidFill>
                        <a:srgbClr val="FFFFFF"/>
                      </a:solidFill>
                    </a:lnL>
                    <a:lnR w="9525">
                      <a:solidFill>
                        <a:srgbClr val="FFFFFF"/>
                      </a:solidFill>
                    </a:lnR>
                    <a:lnT w="9525">
                      <a:solidFill>
                        <a:srgbClr val="FFFFFF"/>
                      </a:solidFill>
                    </a:lnT>
                    <a:lnB w="9525">
                      <a:solidFill>
                        <a:srgbClr val="FFFFFF"/>
                      </a:solidFill>
                    </a:lnB>
                    <a:solidFill>
                      <a:srgbClr val="2066FA"/>
                    </a:solidFill>
                  </a:tcPr>
                </a:tc>
                <a:tc>
                  <a:txBody>
                    <a:bodyPr lIns="47625" tIns="47625" rIns="47625" bIns="47625"/>
                    <a:lstStyle/>
                    <a:p>
                      <a:pPr algn="ctr"/>
                      <a:r>
                        <a:rPr sz="1275" b="1">
                          <a:solidFill>
                            <a:srgbClr val="FFFFFF"/>
                          </a:solidFill>
                          <a:latin typeface="Avenir Next"/>
                          <a:ea typeface="Avenir Next"/>
                          <a:cs typeface="Avenir Next"/>
                        </a:rPr>
                        <a:t>Violet</a:t>
                      </a:r>
                    </a:p>
                  </a:txBody>
                  <a:tcPr marL="91440" marR="91440" marT="45720" marB="45720" anchor="ctr">
                    <a:lnR w="9525">
                      <a:solidFill>
                        <a:srgbClr val="FFFFFF"/>
                      </a:solidFill>
                    </a:lnR>
                    <a:lnT w="9525">
                      <a:solidFill>
                        <a:srgbClr val="FFFFFF"/>
                      </a:solidFill>
                    </a:lnT>
                    <a:lnB w="9525">
                      <a:solidFill>
                        <a:srgbClr val="FFFFFF"/>
                      </a:solidFill>
                    </a:lnB>
                    <a:solidFill>
                      <a:srgbClr val="8B62F4"/>
                    </a:solidFill>
                  </a:tcPr>
                </a:tc>
                <a:tc>
                  <a:txBody>
                    <a:bodyPr lIns="47625" tIns="47625" rIns="47625" bIns="47625"/>
                    <a:lstStyle/>
                    <a:p>
                      <a:pPr algn="ctr"/>
                      <a:r>
                        <a:rPr sz="1275" b="1">
                          <a:solidFill>
                            <a:srgbClr val="111738"/>
                          </a:solidFill>
                          <a:latin typeface="Avenir Next"/>
                          <a:ea typeface="Avenir Next"/>
                          <a:cs typeface="Avenir Next"/>
                        </a:rPr>
                        <a:t>Corail</a:t>
                      </a:r>
                    </a:p>
                  </a:txBody>
                  <a:tcPr marL="91440" marR="91440" marT="45720" marB="45720" anchor="ctr">
                    <a:lnR w="9525">
                      <a:solidFill>
                        <a:srgbClr val="FFFFFF"/>
                      </a:solidFill>
                    </a:lnR>
                    <a:lnT w="9525">
                      <a:solidFill>
                        <a:srgbClr val="FFFFFF"/>
                      </a:solidFill>
                    </a:lnT>
                    <a:lnB w="9525">
                      <a:solidFill>
                        <a:srgbClr val="FFFFFF"/>
                      </a:solidFill>
                    </a:lnB>
                    <a:solidFill>
                      <a:srgbClr val="FF8F7A"/>
                    </a:solidFill>
                  </a:tcPr>
                </a:tc>
                <a:tc>
                  <a:txBody>
                    <a:bodyPr lIns="47625" tIns="47625" rIns="47625" bIns="47625"/>
                    <a:lstStyle/>
                    <a:p>
                      <a:pPr algn="ctr"/>
                      <a:r>
                        <a:rPr sz="1275" b="1">
                          <a:solidFill>
                            <a:srgbClr val="FFFFFF"/>
                          </a:solidFill>
                          <a:latin typeface="Avenir Next"/>
                          <a:ea typeface="Avenir Next"/>
                          <a:cs typeface="Avenir Next"/>
                        </a:rPr>
                        <a:t>Marine</a:t>
                      </a:r>
                    </a:p>
                  </a:txBody>
                  <a:tcPr marL="91440" marR="91440" marT="45720" marB="45720" anchor="ctr">
                    <a:lnR w="9525">
                      <a:solidFill>
                        <a:srgbClr val="FFFFFF"/>
                      </a:solidFill>
                    </a:lnR>
                    <a:lnT w="9525">
                      <a:solidFill>
                        <a:srgbClr val="FFFFFF"/>
                      </a:solidFill>
                    </a:lnT>
                    <a:lnB w="9525">
                      <a:solidFill>
                        <a:srgbClr val="FFFFFF"/>
                      </a:solidFill>
                    </a:lnB>
                    <a:solidFill>
                      <a:srgbClr val="111738"/>
                    </a:solidFill>
                  </a:tcPr>
                </a:tc>
                <a:tc>
                  <a:txBody>
                    <a:bodyPr lIns="47625" tIns="47625" rIns="47625" bIns="47625"/>
                    <a:lstStyle/>
                    <a:p>
                      <a:pPr algn="ctr"/>
                      <a:r>
                        <a:rPr sz="1275" b="1">
                          <a:solidFill>
                            <a:srgbClr val="111738"/>
                          </a:solidFill>
                          <a:latin typeface="Avenir Next"/>
                          <a:ea typeface="Avenir Next"/>
                          <a:cs typeface="Avenir Next"/>
                        </a:rPr>
                        <a:t>Surface</a:t>
                      </a:r>
                    </a:p>
                  </a:txBody>
                  <a:tcPr marL="91440" marR="91440" marT="45720" marB="45720" anchor="ctr">
                    <a:lnR w="9525">
                      <a:solidFill>
                        <a:srgbClr val="FFFFFF"/>
                      </a:solidFill>
                    </a:lnR>
                    <a:lnT w="9525">
                      <a:solidFill>
                        <a:srgbClr val="FFFFFF"/>
                      </a:solidFill>
                    </a:lnT>
                    <a:lnB w="9525">
                      <a:solidFill>
                        <a:srgbClr val="FFFFFF"/>
                      </a:solidFill>
                    </a:lnB>
                    <a:solidFill>
                      <a:srgbClr val="F4F5FA"/>
                    </a:solidFill>
                  </a:tcPr>
                </a:tc>
              </a:tr>
              <a:tr h="466725">
                <a:tc>
                  <a:txBody>
                    <a:bodyPr lIns="47625" tIns="47625" rIns="47625" bIns="47625"/>
                    <a:lstStyle/>
                    <a:p>
                      <a:pPr algn="ctr"/>
                      <a:r>
                        <a:rPr sz="1275" b="0">
                          <a:solidFill>
                            <a:srgbClr val="111738"/>
                          </a:solidFill>
                          <a:latin typeface="Avenir Next"/>
                          <a:ea typeface="Avenir Next"/>
                          <a:cs typeface="Avenir Next"/>
                        </a:rPr>
                        <a:t>#2066FA</a:t>
                      </a:r>
                    </a:p>
                  </a:txBody>
                  <a:tcPr marL="91440" marR="91440" marT="45720" marB="45720" anchor="ctr">
                    <a:lnL w="9525">
                      <a:solidFill>
                        <a:srgbClr val="FFFFFF"/>
                      </a:solidFill>
                    </a:lnL>
                    <a:lnR w="9525">
                      <a:solidFill>
                        <a:srgbClr val="FFFFFF"/>
                      </a:solidFill>
                    </a:lnR>
                    <a:lnB w="9525">
                      <a:solidFill>
                        <a:srgbClr val="FFFFFF"/>
                      </a:solidFill>
                    </a:lnB>
                    <a:solidFill>
                      <a:srgbClr val="FFFFFF"/>
                    </a:solidFill>
                  </a:tcPr>
                </a:tc>
                <a:tc>
                  <a:txBody>
                    <a:bodyPr lIns="47625" tIns="47625" rIns="47625" bIns="47625"/>
                    <a:lstStyle/>
                    <a:p>
                      <a:pPr algn="ctr"/>
                      <a:r>
                        <a:rPr sz="1275" b="0">
                          <a:solidFill>
                            <a:srgbClr val="111738"/>
                          </a:solidFill>
                          <a:latin typeface="Avenir Next"/>
                          <a:ea typeface="Avenir Next"/>
                          <a:cs typeface="Avenir Next"/>
                        </a:rPr>
                        <a:t>#8B62F4</a:t>
                      </a:r>
                    </a:p>
                  </a:txBody>
                  <a:tcPr marL="91440" marR="91440" marT="45720" marB="45720" anchor="ctr">
                    <a:lnR w="9525">
                      <a:solidFill>
                        <a:srgbClr val="FFFFFF"/>
                      </a:solidFill>
                    </a:lnR>
                    <a:lnB w="9525">
                      <a:solidFill>
                        <a:srgbClr val="FFFFFF"/>
                      </a:solidFill>
                    </a:lnB>
                    <a:solidFill>
                      <a:srgbClr val="FFFFFF"/>
                    </a:solidFill>
                  </a:tcPr>
                </a:tc>
                <a:tc>
                  <a:txBody>
                    <a:bodyPr lIns="47625" tIns="47625" rIns="47625" bIns="47625"/>
                    <a:lstStyle/>
                    <a:p>
                      <a:pPr algn="ctr"/>
                      <a:r>
                        <a:rPr sz="1275" b="0">
                          <a:solidFill>
                            <a:srgbClr val="111738"/>
                          </a:solidFill>
                          <a:latin typeface="Avenir Next"/>
                          <a:ea typeface="Avenir Next"/>
                          <a:cs typeface="Avenir Next"/>
                        </a:rPr>
                        <a:t>#FF8F7A</a:t>
                      </a:r>
                    </a:p>
                  </a:txBody>
                  <a:tcPr marL="91440" marR="91440" marT="45720" marB="45720" anchor="ctr">
                    <a:lnR w="9525">
                      <a:solidFill>
                        <a:srgbClr val="FFFFFF"/>
                      </a:solidFill>
                    </a:lnR>
                    <a:lnB w="9525">
                      <a:solidFill>
                        <a:srgbClr val="FFFFFF"/>
                      </a:solidFill>
                    </a:lnB>
                    <a:solidFill>
                      <a:srgbClr val="FFFFFF"/>
                    </a:solidFill>
                  </a:tcPr>
                </a:tc>
                <a:tc>
                  <a:txBody>
                    <a:bodyPr lIns="47625" tIns="47625" rIns="47625" bIns="47625"/>
                    <a:lstStyle/>
                    <a:p>
                      <a:pPr algn="ctr"/>
                      <a:r>
                        <a:rPr sz="1275" b="0">
                          <a:solidFill>
                            <a:srgbClr val="111738"/>
                          </a:solidFill>
                          <a:latin typeface="Avenir Next"/>
                          <a:ea typeface="Avenir Next"/>
                          <a:cs typeface="Avenir Next"/>
                        </a:rPr>
                        <a:t>#111738</a:t>
                      </a:r>
                    </a:p>
                  </a:txBody>
                  <a:tcPr marL="91440" marR="91440" marT="45720" marB="45720" anchor="ctr">
                    <a:lnR w="9525">
                      <a:solidFill>
                        <a:srgbClr val="FFFFFF"/>
                      </a:solidFill>
                    </a:lnR>
                    <a:lnB w="9525">
                      <a:solidFill>
                        <a:srgbClr val="FFFFFF"/>
                      </a:solidFill>
                    </a:lnB>
                    <a:solidFill>
                      <a:srgbClr val="FFFFFF"/>
                    </a:solidFill>
                  </a:tcPr>
                </a:tc>
                <a:tc>
                  <a:txBody>
                    <a:bodyPr lIns="47625" tIns="47625" rIns="47625" bIns="47625"/>
                    <a:lstStyle/>
                    <a:p>
                      <a:pPr algn="ctr"/>
                      <a:r>
                        <a:rPr sz="1275" b="0">
                          <a:solidFill>
                            <a:srgbClr val="111738"/>
                          </a:solidFill>
                          <a:latin typeface="Avenir Next"/>
                          <a:ea typeface="Avenir Next"/>
                          <a:cs typeface="Avenir Next"/>
                        </a:rPr>
                        <a:t>#F4F5FA</a:t>
                      </a:r>
                    </a:p>
                  </a:txBody>
                  <a:tcPr marL="91440" marR="91440" marT="45720" marB="45720" anchor="ctr">
                    <a:lnR w="9525">
                      <a:solidFill>
                        <a:srgbClr val="FFFFFF"/>
                      </a:solidFill>
                    </a:lnR>
                    <a:lnB w="9525">
                      <a:solidFill>
                        <a:srgbClr val="FFFFFF"/>
                      </a:solidFill>
                    </a:lnB>
                    <a:solidFill>
                      <a:srgbClr val="FFFFFF"/>
                    </a:solidFill>
                  </a:tcPr>
                </a:tc>
              </a:tr>
            </a:tbl>
          </a:graphicData>
        </a:graphic>
      </p:graphicFrame>
      <p:pic>
        <p:nvPicPr>
          <p:cNvPr id="12" name="">
            <a:extLst xmlns:a="http://schemas.openxmlformats.org/drawingml/2006/main">
              <a:ext uri="{FF2B5EF4-FFF2-40B4-BE49-F238E27FC236}">
                <a16:creationId xmlns:a16="http://schemas.microsoft.com/office/drawing/2014/main" id="{816C6CBA-1990-4C47-A29E-7E53C91B0BC2}"/>
              </a:ext>
            </a:extLst>
          </p:cNvPr>
          <p:cNvPicPr>
            <a:picLocks xmlns:a="http://schemas.openxmlformats.org/drawingml/2006/main" noChangeAspect="1"/>
          </p:cNvPicPr>
          <p:nvPr/>
        </p:nvPicPr>
        <p:blipFill>
          <a:blip xmlns:r="http://schemas.openxmlformats.org/officeDocument/2006/relationships" xmlns:a="http://schemas.openxmlformats.org/drawingml/2006/main" r:embed="Rf5870eb58dee496f"/>
          <a:stretch xmlns:a="http://schemas.openxmlformats.org/drawingml/2006/main"/>
        </p:blipFill>
        <p:spPr>
          <a:xfrm xmlns:a="http://schemas.openxmlformats.org/drawingml/2006/main">
            <a:off x="714904" y="4876800"/>
            <a:ext cx="2132542" cy="1476375"/>
          </a:xfrm>
          <a:prstGeom xmlns:a="http://schemas.openxmlformats.org/drawingml/2006/main" prst="rect">
            <a:avLst/>
          </a:prstGeom>
        </p:spPr>
      </p:pic>
      <p:sp>
        <p:nvSpPr>
          <p:cNvPr id="13" name="Piste A Modules">
            <a:extLst xmlns:a="http://schemas.openxmlformats.org/drawingml/2006/main">
              <a:ext uri="{FF2B5EF4-FFF2-40B4-BE49-F238E27FC236}">
                <a16:creationId xmlns:a16="http://schemas.microsoft.com/office/drawing/2014/main" id="{58D949CF-1B4C-4A66-A25B-E9A9E72D97C2}"/>
              </a:ext>
            </a:extLst>
          </p:cNvPr>
          <p:cNvSpPr>
            <a:spLocks xmlns:a="http://schemas.openxmlformats.org/drawingml/2006/main" noGrp="1"/>
          </p:cNvSpPr>
          <p:nvPr/>
        </p:nvSpPr>
        <p:spPr>
          <a:xfrm xmlns:a="http://schemas.openxmlformats.org/drawingml/2006/main">
            <a:off x="3228975" y="4924425"/>
            <a:ext cx="7620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111738"/>
                </a:solidFill>
                <a:latin typeface="Avenir Next"/>
                <a:ea typeface="Avenir Next"/>
                <a:cs typeface="Avenir Next"/>
              </a:defRPr>
            </a:defPPr>
            <a:lvl1pPr algn="l">
              <a:defRPr sz="1875" b="1">
                <a:solidFill>
                  <a:srgbClr val="111738"/>
                </a:solidFill>
                <a:latin typeface="Avenir Next"/>
                <a:ea typeface="Avenir Next"/>
                <a:cs typeface="Avenir Next"/>
              </a:defRPr>
            </a:lvl1pPr>
            <a:lvl2pPr algn="l">
              <a:defRPr sz="1875" b="1">
                <a:solidFill>
                  <a:srgbClr val="111738"/>
                </a:solidFill>
                <a:latin typeface="Avenir Next"/>
                <a:ea typeface="Avenir Next"/>
                <a:cs typeface="Avenir Next"/>
              </a:defRPr>
            </a:lvl2pPr>
            <a:lvl3pPr algn="l">
              <a:defRPr sz="1875" b="1">
                <a:solidFill>
                  <a:srgbClr val="111738"/>
                </a:solidFill>
                <a:latin typeface="Avenir Next"/>
                <a:ea typeface="Avenir Next"/>
                <a:cs typeface="Avenir Next"/>
              </a:defRPr>
            </a:lvl3pPr>
            <a:lvl4pPr algn="l">
              <a:defRPr sz="1875" b="1">
                <a:solidFill>
                  <a:srgbClr val="111738"/>
                </a:solidFill>
                <a:latin typeface="Avenir Next"/>
                <a:ea typeface="Avenir Next"/>
                <a:cs typeface="Avenir Next"/>
              </a:defRPr>
            </a:lvl4pPr>
            <a:lvl5pPr algn="l">
              <a:defRPr sz="1875" b="1">
                <a:solidFill>
                  <a:srgbClr val="111738"/>
                </a:solidFill>
                <a:latin typeface="Avenir Next"/>
                <a:ea typeface="Avenir Next"/>
                <a:cs typeface="Avenir Next"/>
              </a:defRPr>
            </a:lvl5pPr>
            <a:lvl6pPr algn="l">
              <a:defRPr sz="1875" b="1">
                <a:solidFill>
                  <a:srgbClr val="111738"/>
                </a:solidFill>
                <a:latin typeface="Avenir Next"/>
                <a:ea typeface="Avenir Next"/>
                <a:cs typeface="Avenir Next"/>
              </a:defRPr>
            </a:lvl6pPr>
            <a:lvl7pPr algn="l">
              <a:defRPr sz="1875" b="1">
                <a:solidFill>
                  <a:srgbClr val="111738"/>
                </a:solidFill>
                <a:latin typeface="Avenir Next"/>
                <a:ea typeface="Avenir Next"/>
                <a:cs typeface="Avenir Next"/>
              </a:defRPr>
            </a:lvl7pPr>
            <a:lvl8pPr algn="l">
              <a:defRPr sz="1875" b="1">
                <a:solidFill>
                  <a:srgbClr val="111738"/>
                </a:solidFill>
                <a:latin typeface="Avenir Next"/>
                <a:ea typeface="Avenir Next"/>
                <a:cs typeface="Avenir Next"/>
              </a:defRPr>
            </a:lvl8pPr>
            <a:lvl9pPr algn="l">
              <a:defRPr sz="1875" b="1">
                <a:solidFill>
                  <a:srgbClr val="111738"/>
                </a:solidFill>
                <a:latin typeface="Avenir Next"/>
                <a:ea typeface="Avenir Next"/>
                <a:cs typeface="Avenir Next"/>
              </a:defRPr>
            </a:lvl9pPr>
          </a:lstStyle>
          <a:p xmlns:a="http://schemas.openxmlformats.org/drawingml/2006/main">
            <a:pPr algn="l">
              <a:defRPr sz="1875" b="1">
                <a:solidFill>
                  <a:srgbClr val="111738"/>
                </a:solidFill>
                <a:latin typeface="Avenir Next"/>
                <a:ea typeface="Avenir Next"/>
                <a:cs typeface="Avenir Next"/>
              </a:defRPr>
            </a:pPr>
            <a:r>
              <a:rPr sz="1875" b="1">
                <a:solidFill>
                  <a:srgbClr val="111738"/>
                </a:solidFill>
                <a:latin typeface="Avenir Next"/>
                <a:ea typeface="Avenir Next"/>
                <a:cs typeface="Avenir Next"/>
              </a:rPr>
              <a:t>Piste A Modules</a:t>
            </a:r>
          </a:p>
        </p:txBody>
      </p:sp>
      <p:sp>
        <p:nvSpPr>
          <p:cNvPr id="14" name="Le fichier présente « mesura », pas des pa">
            <a:extLst xmlns:a="http://schemas.openxmlformats.org/drawingml/2006/main">
              <a:ext uri="{FF2B5EF4-FFF2-40B4-BE49-F238E27FC236}">
                <a16:creationId xmlns:a16="http://schemas.microsoft.com/office/drawing/2014/main" id="{781C7C55-59C3-4BA2-9FFC-09577A3270E5}"/>
              </a:ext>
            </a:extLst>
          </p:cNvPr>
          <p:cNvSpPr>
            <a:spLocks xmlns:a="http://schemas.openxmlformats.org/drawingml/2006/main" noGrp="1"/>
          </p:cNvSpPr>
          <p:nvPr/>
        </p:nvSpPr>
        <p:spPr>
          <a:xfrm xmlns:a="http://schemas.openxmlformats.org/drawingml/2006/main">
            <a:off x="3228975" y="5362575"/>
            <a:ext cx="7953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454A66"/>
                </a:solidFill>
                <a:latin typeface="Avenir Next"/>
                <a:ea typeface="Avenir Next"/>
                <a:cs typeface="Avenir Next"/>
              </a:defRPr>
            </a:defPPr>
            <a:lvl1pPr algn="l">
              <a:defRPr sz="1725" b="0">
                <a:solidFill>
                  <a:srgbClr val="454A66"/>
                </a:solidFill>
                <a:latin typeface="Avenir Next"/>
                <a:ea typeface="Avenir Next"/>
                <a:cs typeface="Avenir Next"/>
              </a:defRPr>
            </a:lvl1pPr>
            <a:lvl2pPr algn="l">
              <a:defRPr sz="1725" b="0">
                <a:solidFill>
                  <a:srgbClr val="454A66"/>
                </a:solidFill>
                <a:latin typeface="Avenir Next"/>
                <a:ea typeface="Avenir Next"/>
                <a:cs typeface="Avenir Next"/>
              </a:defRPr>
            </a:lvl2pPr>
            <a:lvl3pPr algn="l">
              <a:defRPr sz="1725" b="0">
                <a:solidFill>
                  <a:srgbClr val="454A66"/>
                </a:solidFill>
                <a:latin typeface="Avenir Next"/>
                <a:ea typeface="Avenir Next"/>
                <a:cs typeface="Avenir Next"/>
              </a:defRPr>
            </a:lvl3pPr>
            <a:lvl4pPr algn="l">
              <a:defRPr sz="1725" b="0">
                <a:solidFill>
                  <a:srgbClr val="454A66"/>
                </a:solidFill>
                <a:latin typeface="Avenir Next"/>
                <a:ea typeface="Avenir Next"/>
                <a:cs typeface="Avenir Next"/>
              </a:defRPr>
            </a:lvl4pPr>
            <a:lvl5pPr algn="l">
              <a:defRPr sz="1725" b="0">
                <a:solidFill>
                  <a:srgbClr val="454A66"/>
                </a:solidFill>
                <a:latin typeface="Avenir Next"/>
                <a:ea typeface="Avenir Next"/>
                <a:cs typeface="Avenir Next"/>
              </a:defRPr>
            </a:lvl5pPr>
            <a:lvl6pPr algn="l">
              <a:defRPr sz="1725" b="0">
                <a:solidFill>
                  <a:srgbClr val="454A66"/>
                </a:solidFill>
                <a:latin typeface="Avenir Next"/>
                <a:ea typeface="Avenir Next"/>
                <a:cs typeface="Avenir Next"/>
              </a:defRPr>
            </a:lvl6pPr>
            <a:lvl7pPr algn="l">
              <a:defRPr sz="1725" b="0">
                <a:solidFill>
                  <a:srgbClr val="454A66"/>
                </a:solidFill>
                <a:latin typeface="Avenir Next"/>
                <a:ea typeface="Avenir Next"/>
                <a:cs typeface="Avenir Next"/>
              </a:defRPr>
            </a:lvl7pPr>
            <a:lvl8pPr algn="l">
              <a:defRPr sz="1725" b="0">
                <a:solidFill>
                  <a:srgbClr val="454A66"/>
                </a:solidFill>
                <a:latin typeface="Avenir Next"/>
                <a:ea typeface="Avenir Next"/>
                <a:cs typeface="Avenir Next"/>
              </a:defRPr>
            </a:lvl8pPr>
            <a:lvl9pPr algn="l">
              <a:defRPr sz="1725" b="0">
                <a:solidFill>
                  <a:srgbClr val="454A66"/>
                </a:solidFill>
                <a:latin typeface="Avenir Next"/>
                <a:ea typeface="Avenir Next"/>
                <a:cs typeface="Avenir Next"/>
              </a:defRPr>
            </a:lvl9pPr>
          </a:lstStyle>
          <a:p xmlns:a="http://schemas.openxmlformats.org/drawingml/2006/main">
            <a:pPr algn="l">
              <a:defRPr sz="1725" b="0">
                <a:solidFill>
                  <a:srgbClr val="454A66"/>
                </a:solidFill>
                <a:latin typeface="Avenir Next"/>
                <a:ea typeface="Avenir Next"/>
                <a:cs typeface="Avenir Next"/>
              </a:defRPr>
            </a:pPr>
            <a:r>
              <a:rPr sz="1725" b="0">
                <a:solidFill>
                  <a:srgbClr val="454A66"/>
                </a:solidFill>
                <a:latin typeface="Avenir Next"/>
                <a:ea typeface="Avenir Next"/>
                <a:cs typeface="Avenir Next"/>
              </a:rPr>
              <a:t>Le fichier présente « mesura », pas des pages Joinly.</a:t>
            </a:r>
          </a:p>
          <a:p xmlns:a="http://schemas.openxmlformats.org/drawingml/2006/main">
            <a:pPr algn="l">
              <a:defRPr sz="1725" b="0">
                <a:solidFill>
                  <a:srgbClr val="454A66"/>
                </a:solidFill>
                <a:latin typeface="Avenir Next"/>
                <a:ea typeface="Avenir Next"/>
                <a:cs typeface="Avenir Next"/>
              </a:defRPr>
            </a:pPr>
            <a:r>
              <a:rPr sz="1725" b="0">
                <a:solidFill>
                  <a:srgbClr val="454A66"/>
                </a:solidFill>
                <a:latin typeface="Avenir Next"/>
                <a:ea typeface="Avenir Next"/>
                <a:cs typeface="Avenir Next"/>
              </a:rPr>
              <a:t>Son statut reste à confirmer avec le client.</a:t>
            </a:r>
          </a:p>
        </p:txBody>
      </p:sp>
    </p:spTree>
    <p:extLst>
      <p:ext uri="{BB962C8B-B14F-4D97-AF65-F5344CB8AC3E}">
        <p14:creationId xmlns:p14="http://schemas.microsoft.com/office/powerpoint/2010/main" val="105859754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CBEE94E1-CF97-44FE-B836-50B58400BEF7}"/>
              </a:ext>
            </a:extLst>
          </p:cNvPr>
          <p:cNvCxnSpPr>
            <a:stCxn xmlns:a="http://schemas.openxmlformats.org/drawingml/2006/main" id="14" idx="0"/>
            <a:endCxn xmlns:a="http://schemas.openxmlformats.org/drawingml/2006/main" id="7" idx="2"/>
          </p:cNvCxnSpPr>
          <p:nvPr/>
        </p:nvCxnSpPr>
        <p:spPr>
          <a:xfrm xmlns:a="http://schemas.openxmlformats.org/drawingml/2006/main" flipV="1">
            <a:off x="10048875" y="4133850"/>
            <a:ext cx="0" cy="742950"/>
          </a:xfrm>
          <a:prstGeom xmlns:a="http://schemas.openxmlformats.org/drawingml/2006/main" prst="straightConnector1">
            <a:avLst/>
          </a:prstGeom>
          <a:ln xmlns:a="http://schemas.openxmlformats.org/drawingml/2006/main" w="19050">
            <a:solidFill>
              <a:srgbClr val="454A66"/>
            </a:solidFill>
            <a:prstDash val="solid"/>
            <a:tailEnd type="none" w="sm" len="sm"/>
          </a:ln>
        </p:spPr>
      </p:cxnSp>
      <p:cxnSp>
        <p:nvCxnSpPr>
          <p:cNvPr id="9" name="">
            <a:extLst xmlns:a="http://schemas.openxmlformats.org/drawingml/2006/main">
              <a:ext uri="{FF2B5EF4-FFF2-40B4-BE49-F238E27FC236}">
                <a16:creationId xmlns:a16="http://schemas.microsoft.com/office/drawing/2014/main" id="{D5FC4F03-6A1B-488D-AA33-80D5DDDF1877}"/>
              </a:ext>
            </a:extLst>
          </p:cNvPr>
          <p:cNvCxnSpPr>
            <a:stCxn xmlns:a="http://schemas.openxmlformats.org/drawingml/2006/main" id="7" idx="1"/>
            <a:endCxn xmlns:a="http://schemas.openxmlformats.org/drawingml/2006/main" id="6" idx="3"/>
          </p:cNvCxnSpPr>
          <p:nvPr/>
        </p:nvCxnSpPr>
        <p:spPr>
          <a:xfrm xmlns:a="http://schemas.openxmlformats.org/drawingml/2006/main" flipH="1">
            <a:off x="7524750" y="3133725"/>
            <a:ext cx="1095375" cy="0"/>
          </a:xfrm>
          <a:prstGeom xmlns:a="http://schemas.openxmlformats.org/drawingml/2006/main" prst="straightConnector1">
            <a:avLst/>
          </a:prstGeom>
          <a:ln xmlns:a="http://schemas.openxmlformats.org/drawingml/2006/main" w="19050">
            <a:solidFill>
              <a:srgbClr val="8B62F4"/>
            </a:solidFill>
            <a:prstDash val="solid"/>
            <a:tailEnd type="none" w="sm" len="sm"/>
          </a:ln>
        </p:spPr>
      </p:cxnSp>
      <p:cxnSp>
        <p:nvCxnSpPr>
          <p:cNvPr id="8" name="">
            <a:extLst xmlns:a="http://schemas.openxmlformats.org/drawingml/2006/main">
              <a:ext uri="{FF2B5EF4-FFF2-40B4-BE49-F238E27FC236}">
                <a16:creationId xmlns:a16="http://schemas.microsoft.com/office/drawing/2014/main" id="{2FC4DAB2-72A9-48CC-9CEA-38EF853B808F}"/>
              </a:ext>
            </a:extLst>
          </p:cNvPr>
          <p:cNvCxnSpPr>
            <a:stCxn xmlns:a="http://schemas.openxmlformats.org/drawingml/2006/main" id="5" idx="3"/>
            <a:endCxn xmlns:a="http://schemas.openxmlformats.org/drawingml/2006/main" id="6" idx="1"/>
          </p:cNvCxnSpPr>
          <p:nvPr/>
        </p:nvCxnSpPr>
        <p:spPr>
          <a:xfrm xmlns:a="http://schemas.openxmlformats.org/drawingml/2006/main">
            <a:off x="3571875" y="3133725"/>
            <a:ext cx="1095375" cy="0"/>
          </a:xfrm>
          <a:prstGeom xmlns:a="http://schemas.openxmlformats.org/drawingml/2006/main" prst="straightConnector1">
            <a:avLst/>
          </a:prstGeom>
          <a:ln xmlns:a="http://schemas.openxmlformats.org/drawingml/2006/main" w="19050">
            <a:solidFill>
              <a:srgbClr val="2066FA"/>
            </a:solidFill>
            <a:prstDash val="solid"/>
            <a:tailEnd type="none" w="sm" len="sm"/>
          </a:ln>
        </p:spPr>
      </p:cxnSp>
      <p:sp>
        <p:nvSpPr>
          <p:cNvPr id="21" name="Aperçu du modèle de données">
            <a:extLst xmlns:a="http://schemas.openxmlformats.org/drawingml/2006/main">
              <a:ext uri="{FF2B5EF4-FFF2-40B4-BE49-F238E27FC236}">
                <a16:creationId xmlns:a16="http://schemas.microsoft.com/office/drawing/2014/main" id="{644DD333-3806-45DB-9B01-F763B890BA9D}"/>
              </a:ext>
            </a:extLst>
          </p:cNvPr>
          <p:cNvSpPr>
            <a:spLocks xmlns:a="http://schemas.openxmlformats.org/drawingml/2006/main" noGrp="1"/>
          </p:cNvSpPr>
          <p:nvPr/>
        </p:nvSpPr>
        <p:spPr>
          <a:xfrm xmlns:a="http://schemas.openxmlformats.org/drawingml/2006/main">
            <a:off x="609600" y="42862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1738"/>
                </a:solidFill>
                <a:latin typeface="Avenir Next"/>
                <a:ea typeface="Avenir Next"/>
                <a:cs typeface="Avenir Next"/>
              </a:defRPr>
            </a:defPPr>
            <a:lvl1pPr algn="l">
              <a:defRPr sz="3300" b="1">
                <a:solidFill>
                  <a:srgbClr val="111738"/>
                </a:solidFill>
                <a:latin typeface="Avenir Next"/>
                <a:ea typeface="Avenir Next"/>
                <a:cs typeface="Avenir Next"/>
              </a:defRPr>
            </a:lvl1pPr>
            <a:lvl2pPr algn="l">
              <a:defRPr sz="3300" b="1">
                <a:solidFill>
                  <a:srgbClr val="111738"/>
                </a:solidFill>
                <a:latin typeface="Avenir Next"/>
                <a:ea typeface="Avenir Next"/>
                <a:cs typeface="Avenir Next"/>
              </a:defRPr>
            </a:lvl2pPr>
            <a:lvl3pPr algn="l">
              <a:defRPr sz="3300" b="1">
                <a:solidFill>
                  <a:srgbClr val="111738"/>
                </a:solidFill>
                <a:latin typeface="Avenir Next"/>
                <a:ea typeface="Avenir Next"/>
                <a:cs typeface="Avenir Next"/>
              </a:defRPr>
            </a:lvl3pPr>
            <a:lvl4pPr algn="l">
              <a:defRPr sz="3300" b="1">
                <a:solidFill>
                  <a:srgbClr val="111738"/>
                </a:solidFill>
                <a:latin typeface="Avenir Next"/>
                <a:ea typeface="Avenir Next"/>
                <a:cs typeface="Avenir Next"/>
              </a:defRPr>
            </a:lvl4pPr>
            <a:lvl5pPr algn="l">
              <a:defRPr sz="3300" b="1">
                <a:solidFill>
                  <a:srgbClr val="111738"/>
                </a:solidFill>
                <a:latin typeface="Avenir Next"/>
                <a:ea typeface="Avenir Next"/>
                <a:cs typeface="Avenir Next"/>
              </a:defRPr>
            </a:lvl5pPr>
            <a:lvl6pPr algn="l">
              <a:defRPr sz="3300" b="1">
                <a:solidFill>
                  <a:srgbClr val="111738"/>
                </a:solidFill>
                <a:latin typeface="Avenir Next"/>
                <a:ea typeface="Avenir Next"/>
                <a:cs typeface="Avenir Next"/>
              </a:defRPr>
            </a:lvl6pPr>
            <a:lvl7pPr algn="l">
              <a:defRPr sz="3300" b="1">
                <a:solidFill>
                  <a:srgbClr val="111738"/>
                </a:solidFill>
                <a:latin typeface="Avenir Next"/>
                <a:ea typeface="Avenir Next"/>
                <a:cs typeface="Avenir Next"/>
              </a:defRPr>
            </a:lvl7pPr>
            <a:lvl8pPr algn="l">
              <a:defRPr sz="3300" b="1">
                <a:solidFill>
                  <a:srgbClr val="111738"/>
                </a:solidFill>
                <a:latin typeface="Avenir Next"/>
                <a:ea typeface="Avenir Next"/>
                <a:cs typeface="Avenir Next"/>
              </a:defRPr>
            </a:lvl8pPr>
            <a:lvl9pPr algn="l">
              <a:defRPr sz="3300" b="1">
                <a:solidFill>
                  <a:srgbClr val="111738"/>
                </a:solidFill>
                <a:latin typeface="Avenir Next"/>
                <a:ea typeface="Avenir Next"/>
                <a:cs typeface="Avenir Next"/>
              </a:defRPr>
            </a:lvl9pPr>
          </a:lstStyle>
          <a:p xmlns:a="http://schemas.openxmlformats.org/drawingml/2006/main">
            <a:pPr algn="l">
              <a:defRPr sz="3300" b="1">
                <a:solidFill>
                  <a:srgbClr val="111738"/>
                </a:solidFill>
                <a:latin typeface="Avenir Next"/>
                <a:ea typeface="Avenir Next"/>
                <a:cs typeface="Avenir Next"/>
              </a:defRPr>
            </a:pPr>
            <a:r>
              <a:rPr sz="3300" b="1">
                <a:solidFill>
                  <a:srgbClr val="111738"/>
                </a:solidFill>
                <a:latin typeface="Avenir Next"/>
                <a:ea typeface="Avenir Next"/>
                <a:cs typeface="Avenir Next"/>
              </a:rPr>
              <a:t>Aperçu du modèle de données</a:t>
            </a:r>
          </a:p>
        </p:txBody>
      </p:sp>
      <p:sp>
        <p:nvSpPr>
          <p:cNvPr id="2" name="Proposition conceptuelle, avant le choix d">
            <a:extLst xmlns:a="http://schemas.openxmlformats.org/drawingml/2006/main">
              <a:ext uri="{FF2B5EF4-FFF2-40B4-BE49-F238E27FC236}">
                <a16:creationId xmlns:a16="http://schemas.microsoft.com/office/drawing/2014/main" id="{F9CC5641-7C50-4893-BF3D-3A875F59DA0B}"/>
              </a:ext>
            </a:extLst>
          </p:cNvPr>
          <p:cNvSpPr>
            <a:spLocks xmlns:a="http://schemas.openxmlformats.org/drawingml/2006/main" noGrp="1"/>
          </p:cNvSpPr>
          <p:nvPr/>
        </p:nvSpPr>
        <p:spPr>
          <a:xfrm xmlns:a="http://schemas.openxmlformats.org/drawingml/2006/main">
            <a:off x="609600" y="1190625"/>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454A66"/>
                </a:solidFill>
                <a:latin typeface="Avenir Next"/>
                <a:ea typeface="Avenir Next"/>
                <a:cs typeface="Avenir Next"/>
              </a:defRPr>
            </a:defPPr>
            <a:lvl1pPr algn="l">
              <a:defRPr sz="1725" b="0">
                <a:solidFill>
                  <a:srgbClr val="454A66"/>
                </a:solidFill>
                <a:latin typeface="Avenir Next"/>
                <a:ea typeface="Avenir Next"/>
                <a:cs typeface="Avenir Next"/>
              </a:defRPr>
            </a:lvl1pPr>
            <a:lvl2pPr algn="l">
              <a:defRPr sz="1725" b="0">
                <a:solidFill>
                  <a:srgbClr val="454A66"/>
                </a:solidFill>
                <a:latin typeface="Avenir Next"/>
                <a:ea typeface="Avenir Next"/>
                <a:cs typeface="Avenir Next"/>
              </a:defRPr>
            </a:lvl2pPr>
            <a:lvl3pPr algn="l">
              <a:defRPr sz="1725" b="0">
                <a:solidFill>
                  <a:srgbClr val="454A66"/>
                </a:solidFill>
                <a:latin typeface="Avenir Next"/>
                <a:ea typeface="Avenir Next"/>
                <a:cs typeface="Avenir Next"/>
              </a:defRPr>
            </a:lvl3pPr>
            <a:lvl4pPr algn="l">
              <a:defRPr sz="1725" b="0">
                <a:solidFill>
                  <a:srgbClr val="454A66"/>
                </a:solidFill>
                <a:latin typeface="Avenir Next"/>
                <a:ea typeface="Avenir Next"/>
                <a:cs typeface="Avenir Next"/>
              </a:defRPr>
            </a:lvl4pPr>
            <a:lvl5pPr algn="l">
              <a:defRPr sz="1725" b="0">
                <a:solidFill>
                  <a:srgbClr val="454A66"/>
                </a:solidFill>
                <a:latin typeface="Avenir Next"/>
                <a:ea typeface="Avenir Next"/>
                <a:cs typeface="Avenir Next"/>
              </a:defRPr>
            </a:lvl5pPr>
            <a:lvl6pPr algn="l">
              <a:defRPr sz="1725" b="0">
                <a:solidFill>
                  <a:srgbClr val="454A66"/>
                </a:solidFill>
                <a:latin typeface="Avenir Next"/>
                <a:ea typeface="Avenir Next"/>
                <a:cs typeface="Avenir Next"/>
              </a:defRPr>
            </a:lvl6pPr>
            <a:lvl7pPr algn="l">
              <a:defRPr sz="1725" b="0">
                <a:solidFill>
                  <a:srgbClr val="454A66"/>
                </a:solidFill>
                <a:latin typeface="Avenir Next"/>
                <a:ea typeface="Avenir Next"/>
                <a:cs typeface="Avenir Next"/>
              </a:defRPr>
            </a:lvl7pPr>
            <a:lvl8pPr algn="l">
              <a:defRPr sz="1725" b="0">
                <a:solidFill>
                  <a:srgbClr val="454A66"/>
                </a:solidFill>
                <a:latin typeface="Avenir Next"/>
                <a:ea typeface="Avenir Next"/>
                <a:cs typeface="Avenir Next"/>
              </a:defRPr>
            </a:lvl8pPr>
            <a:lvl9pPr algn="l">
              <a:defRPr sz="1725" b="0">
                <a:solidFill>
                  <a:srgbClr val="454A66"/>
                </a:solidFill>
                <a:latin typeface="Avenir Next"/>
                <a:ea typeface="Avenir Next"/>
                <a:cs typeface="Avenir Next"/>
              </a:defRPr>
            </a:lvl9pPr>
          </a:lstStyle>
          <a:p xmlns:a="http://schemas.openxmlformats.org/drawingml/2006/main">
            <a:pPr algn="l">
              <a:defRPr sz="1725" b="0">
                <a:solidFill>
                  <a:srgbClr val="454A66"/>
                </a:solidFill>
                <a:latin typeface="Avenir Next"/>
                <a:ea typeface="Avenir Next"/>
                <a:cs typeface="Avenir Next"/>
              </a:defRPr>
            </a:pPr>
            <a:r>
              <a:rPr sz="1725" b="0">
                <a:solidFill>
                  <a:srgbClr val="454A66"/>
                </a:solidFill>
                <a:latin typeface="Avenir Next"/>
                <a:ea typeface="Avenir Next"/>
                <a:cs typeface="Avenir Next"/>
              </a:rPr>
              <a:t>Proposition conceptuelle, avant le choix de la base et du backend</a:t>
            </a:r>
          </a:p>
        </p:txBody>
      </p:sp>
      <p:sp>
        <p:nvSpPr>
          <p:cNvPr id="3" name="G1D Lab  /  APP ISEP">
            <a:extLst xmlns:a="http://schemas.openxmlformats.org/drawingml/2006/main">
              <a:ext uri="{FF2B5EF4-FFF2-40B4-BE49-F238E27FC236}">
                <a16:creationId xmlns:a16="http://schemas.microsoft.com/office/drawing/2014/main" id="{78EBE849-D842-4E96-8653-3ACCB2A011F3}"/>
              </a:ext>
            </a:extLst>
          </p:cNvPr>
          <p:cNvSpPr>
            <a:spLocks xmlns:a="http://schemas.openxmlformats.org/drawingml/2006/main" noGrp="1"/>
          </p:cNvSpPr>
          <p:nvPr/>
        </p:nvSpPr>
        <p:spPr>
          <a:xfrm xmlns:a="http://schemas.openxmlformats.org/drawingml/2006/main">
            <a:off x="609600" y="6448425"/>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454A66"/>
                </a:solidFill>
                <a:latin typeface="Avenir Next"/>
                <a:ea typeface="Avenir Next"/>
                <a:cs typeface="Avenir Next"/>
              </a:defRPr>
            </a:defPPr>
            <a:lvl1pPr algn="l">
              <a:defRPr sz="1125" b="0">
                <a:solidFill>
                  <a:srgbClr val="454A66"/>
                </a:solidFill>
                <a:latin typeface="Avenir Next"/>
                <a:ea typeface="Avenir Next"/>
                <a:cs typeface="Avenir Next"/>
              </a:defRPr>
            </a:lvl1pPr>
            <a:lvl2pPr algn="l">
              <a:defRPr sz="1125" b="0">
                <a:solidFill>
                  <a:srgbClr val="454A66"/>
                </a:solidFill>
                <a:latin typeface="Avenir Next"/>
                <a:ea typeface="Avenir Next"/>
                <a:cs typeface="Avenir Next"/>
              </a:defRPr>
            </a:lvl2pPr>
            <a:lvl3pPr algn="l">
              <a:defRPr sz="1125" b="0">
                <a:solidFill>
                  <a:srgbClr val="454A66"/>
                </a:solidFill>
                <a:latin typeface="Avenir Next"/>
                <a:ea typeface="Avenir Next"/>
                <a:cs typeface="Avenir Next"/>
              </a:defRPr>
            </a:lvl3pPr>
            <a:lvl4pPr algn="l">
              <a:defRPr sz="1125" b="0">
                <a:solidFill>
                  <a:srgbClr val="454A66"/>
                </a:solidFill>
                <a:latin typeface="Avenir Next"/>
                <a:ea typeface="Avenir Next"/>
                <a:cs typeface="Avenir Next"/>
              </a:defRPr>
            </a:lvl4pPr>
            <a:lvl5pPr algn="l">
              <a:defRPr sz="1125" b="0">
                <a:solidFill>
                  <a:srgbClr val="454A66"/>
                </a:solidFill>
                <a:latin typeface="Avenir Next"/>
                <a:ea typeface="Avenir Next"/>
                <a:cs typeface="Avenir Next"/>
              </a:defRPr>
            </a:lvl5pPr>
            <a:lvl6pPr algn="l">
              <a:defRPr sz="1125" b="0">
                <a:solidFill>
                  <a:srgbClr val="454A66"/>
                </a:solidFill>
                <a:latin typeface="Avenir Next"/>
                <a:ea typeface="Avenir Next"/>
                <a:cs typeface="Avenir Next"/>
              </a:defRPr>
            </a:lvl6pPr>
            <a:lvl7pPr algn="l">
              <a:defRPr sz="1125" b="0">
                <a:solidFill>
                  <a:srgbClr val="454A66"/>
                </a:solidFill>
                <a:latin typeface="Avenir Next"/>
                <a:ea typeface="Avenir Next"/>
                <a:cs typeface="Avenir Next"/>
              </a:defRPr>
            </a:lvl7pPr>
            <a:lvl8pPr algn="l">
              <a:defRPr sz="1125" b="0">
                <a:solidFill>
                  <a:srgbClr val="454A66"/>
                </a:solidFill>
                <a:latin typeface="Avenir Next"/>
                <a:ea typeface="Avenir Next"/>
                <a:cs typeface="Avenir Next"/>
              </a:defRPr>
            </a:lvl8pPr>
            <a:lvl9pPr algn="l">
              <a:defRPr sz="1125" b="0">
                <a:solidFill>
                  <a:srgbClr val="454A66"/>
                </a:solidFill>
                <a:latin typeface="Avenir Next"/>
                <a:ea typeface="Avenir Next"/>
                <a:cs typeface="Avenir Next"/>
              </a:defRPr>
            </a:lvl9pPr>
          </a:lstStyle>
          <a:p xmlns:a="http://schemas.openxmlformats.org/drawingml/2006/main">
            <a:pPr algn="l">
              <a:defRPr sz="1125" b="0">
                <a:solidFill>
                  <a:srgbClr val="454A66"/>
                </a:solidFill>
                <a:latin typeface="Avenir Next"/>
                <a:ea typeface="Avenir Next"/>
                <a:cs typeface="Avenir Next"/>
              </a:defRPr>
            </a:pPr>
            <a:r>
              <a:rPr sz="1125" b="0">
                <a:solidFill>
                  <a:srgbClr val="454A66"/>
                </a:solidFill>
                <a:latin typeface="Avenir Next"/>
                <a:ea typeface="Avenir Next"/>
                <a:cs typeface="Avenir Next"/>
              </a:rPr>
              <a:t>G1D Lab  /  APP ISEP</a:t>
            </a:r>
          </a:p>
        </p:txBody>
      </p:sp>
      <p:sp>
        <p:nvSpPr>
          <p:cNvPr id="4" name="09">
            <a:extLst xmlns:a="http://schemas.openxmlformats.org/drawingml/2006/main">
              <a:ext uri="{FF2B5EF4-FFF2-40B4-BE49-F238E27FC236}">
                <a16:creationId xmlns:a16="http://schemas.microsoft.com/office/drawing/2014/main" id="{E93E9519-20D7-43B3-9FE3-D285A81E4121}"/>
              </a:ext>
            </a:extLst>
          </p:cNvPr>
          <p:cNvSpPr>
            <a:spLocks xmlns:a="http://schemas.openxmlformats.org/drawingml/2006/main" noGrp="1"/>
          </p:cNvSpPr>
          <p:nvPr/>
        </p:nvSpPr>
        <p:spPr>
          <a:xfrm xmlns:a="http://schemas.openxmlformats.org/drawingml/2006/main">
            <a:off x="10953750" y="641985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75" b="0">
                <a:solidFill>
                  <a:srgbClr val="454A66"/>
                </a:solidFill>
                <a:latin typeface="Avenir Next"/>
                <a:ea typeface="Avenir Next"/>
                <a:cs typeface="Avenir Next"/>
              </a:defRPr>
            </a:defPPr>
            <a:lvl1pPr algn="r">
              <a:defRPr sz="1275" b="0">
                <a:solidFill>
                  <a:srgbClr val="454A66"/>
                </a:solidFill>
                <a:latin typeface="Avenir Next"/>
                <a:ea typeface="Avenir Next"/>
                <a:cs typeface="Avenir Next"/>
              </a:defRPr>
            </a:lvl1pPr>
            <a:lvl2pPr algn="r">
              <a:defRPr sz="1275" b="0">
                <a:solidFill>
                  <a:srgbClr val="454A66"/>
                </a:solidFill>
                <a:latin typeface="Avenir Next"/>
                <a:ea typeface="Avenir Next"/>
                <a:cs typeface="Avenir Next"/>
              </a:defRPr>
            </a:lvl2pPr>
            <a:lvl3pPr algn="r">
              <a:defRPr sz="1275" b="0">
                <a:solidFill>
                  <a:srgbClr val="454A66"/>
                </a:solidFill>
                <a:latin typeface="Avenir Next"/>
                <a:ea typeface="Avenir Next"/>
                <a:cs typeface="Avenir Next"/>
              </a:defRPr>
            </a:lvl3pPr>
            <a:lvl4pPr algn="r">
              <a:defRPr sz="1275" b="0">
                <a:solidFill>
                  <a:srgbClr val="454A66"/>
                </a:solidFill>
                <a:latin typeface="Avenir Next"/>
                <a:ea typeface="Avenir Next"/>
                <a:cs typeface="Avenir Next"/>
              </a:defRPr>
            </a:lvl4pPr>
            <a:lvl5pPr algn="r">
              <a:defRPr sz="1275" b="0">
                <a:solidFill>
                  <a:srgbClr val="454A66"/>
                </a:solidFill>
                <a:latin typeface="Avenir Next"/>
                <a:ea typeface="Avenir Next"/>
                <a:cs typeface="Avenir Next"/>
              </a:defRPr>
            </a:lvl5pPr>
            <a:lvl6pPr algn="r">
              <a:defRPr sz="1275" b="0">
                <a:solidFill>
                  <a:srgbClr val="454A66"/>
                </a:solidFill>
                <a:latin typeface="Avenir Next"/>
                <a:ea typeface="Avenir Next"/>
                <a:cs typeface="Avenir Next"/>
              </a:defRPr>
            </a:lvl6pPr>
            <a:lvl7pPr algn="r">
              <a:defRPr sz="1275" b="0">
                <a:solidFill>
                  <a:srgbClr val="454A66"/>
                </a:solidFill>
                <a:latin typeface="Avenir Next"/>
                <a:ea typeface="Avenir Next"/>
                <a:cs typeface="Avenir Next"/>
              </a:defRPr>
            </a:lvl7pPr>
            <a:lvl8pPr algn="r">
              <a:defRPr sz="1275" b="0">
                <a:solidFill>
                  <a:srgbClr val="454A66"/>
                </a:solidFill>
                <a:latin typeface="Avenir Next"/>
                <a:ea typeface="Avenir Next"/>
                <a:cs typeface="Avenir Next"/>
              </a:defRPr>
            </a:lvl8pPr>
            <a:lvl9pPr algn="r">
              <a:defRPr sz="1275" b="0">
                <a:solidFill>
                  <a:srgbClr val="454A66"/>
                </a:solidFill>
                <a:latin typeface="Avenir Next"/>
                <a:ea typeface="Avenir Next"/>
                <a:cs typeface="Avenir Next"/>
              </a:defRPr>
            </a:lvl9pPr>
          </a:lstStyle>
          <a:p xmlns:a="http://schemas.openxmlformats.org/drawingml/2006/main">
            <a:pPr algn="r">
              <a:defRPr sz="1275" b="0">
                <a:solidFill>
                  <a:srgbClr val="454A66"/>
                </a:solidFill>
                <a:latin typeface="Avenir Next"/>
                <a:ea typeface="Avenir Next"/>
                <a:cs typeface="Avenir Next"/>
              </a:defRPr>
            </a:pPr>
            <a:r>
              <a:rPr sz="1275" b="0">
                <a:solidFill>
                  <a:srgbClr val="454A66"/>
                </a:solidFill>
                <a:latin typeface="Avenir Next"/>
                <a:ea typeface="Avenir Next"/>
                <a:cs typeface="Avenir Next"/>
              </a:rPr>
              <a:t>09</a:t>
            </a:r>
          </a:p>
        </p:txBody>
      </p:sp>
      <p:sp>
        <p:nvSpPr>
          <p:cNvPr id="5" name="UTILISATEUR&#10;&#10;id, nom, email&#10;mot de passe h">
            <a:extLst xmlns:a="http://schemas.openxmlformats.org/drawingml/2006/main">
              <a:ext uri="{FF2B5EF4-FFF2-40B4-BE49-F238E27FC236}">
                <a16:creationId xmlns:a16="http://schemas.microsoft.com/office/drawing/2014/main" id="{7D5BE1B0-B8BF-4FC6-9BEC-D87FB915372E}"/>
              </a:ext>
            </a:extLst>
          </p:cNvPr>
          <p:cNvSpPr>
            <a:spLocks xmlns:a="http://schemas.openxmlformats.org/drawingml/2006/main" noGrp="1"/>
          </p:cNvSpPr>
          <p:nvPr/>
        </p:nvSpPr>
        <p:spPr>
          <a:xfrm xmlns:a="http://schemas.openxmlformats.org/drawingml/2006/main">
            <a:off x="714375" y="2133600"/>
            <a:ext cx="2857500" cy="2000250"/>
          </a:xfrm>
          <a:prstGeom xmlns:a="http://schemas.openxmlformats.org/drawingml/2006/main" prst="roundRect">
            <a:avLst>
              <a:gd name="adj" fmla="val 5714"/>
            </a:avLst>
          </a:prstGeom>
          <a:solidFill xmlns:a="http://schemas.openxmlformats.org/drawingml/2006/main">
            <a:srgbClr val="E8F0FF"/>
          </a:solidFill>
          <a:ln xmlns:a="http://schemas.openxmlformats.org/drawingml/2006/main" w="11430">
            <a:solidFill>
              <a:srgbClr val="2066FA"/>
            </a:solidFill>
          </a:ln>
        </p:spPr>
        <p:txBody>
          <a:bodyPr xmlns:a="http://schemas.openxmlformats.org/drawingml/2006/main" wrap="square" lIns="114300" tIns="114300" rIns="114300" bIns="114300" anchor="ctr">
            <a:noAutofit/>
          </a:bodyPr>
          <a:lstStyle xmlns:a="http://schemas.openxmlformats.org/drawingml/2006/main">
            <a:defPPr algn="ctr">
              <a:defRPr sz="1950" b="0">
                <a:solidFill>
                  <a:srgbClr val="111738"/>
                </a:solidFill>
                <a:latin typeface="Avenir Next"/>
                <a:ea typeface="Avenir Next"/>
                <a:cs typeface="Avenir Next"/>
              </a:defRPr>
            </a:defPPr>
            <a:lvl1pPr algn="ctr">
              <a:defRPr sz="1950" b="0">
                <a:solidFill>
                  <a:srgbClr val="111738"/>
                </a:solidFill>
                <a:latin typeface="Avenir Next"/>
                <a:ea typeface="Avenir Next"/>
                <a:cs typeface="Avenir Next"/>
              </a:defRPr>
            </a:lvl1pPr>
            <a:lvl2pPr algn="ctr">
              <a:defRPr sz="1950" b="0">
                <a:solidFill>
                  <a:srgbClr val="111738"/>
                </a:solidFill>
                <a:latin typeface="Avenir Next"/>
                <a:ea typeface="Avenir Next"/>
                <a:cs typeface="Avenir Next"/>
              </a:defRPr>
            </a:lvl2pPr>
            <a:lvl3pPr algn="ctr">
              <a:defRPr sz="1950" b="0">
                <a:solidFill>
                  <a:srgbClr val="111738"/>
                </a:solidFill>
                <a:latin typeface="Avenir Next"/>
                <a:ea typeface="Avenir Next"/>
                <a:cs typeface="Avenir Next"/>
              </a:defRPr>
            </a:lvl3pPr>
            <a:lvl4pPr algn="ctr">
              <a:defRPr sz="1950" b="0">
                <a:solidFill>
                  <a:srgbClr val="111738"/>
                </a:solidFill>
                <a:latin typeface="Avenir Next"/>
                <a:ea typeface="Avenir Next"/>
                <a:cs typeface="Avenir Next"/>
              </a:defRPr>
            </a:lvl4pPr>
            <a:lvl5pPr algn="ctr">
              <a:defRPr sz="1950" b="0">
                <a:solidFill>
                  <a:srgbClr val="111738"/>
                </a:solidFill>
                <a:latin typeface="Avenir Next"/>
                <a:ea typeface="Avenir Next"/>
                <a:cs typeface="Avenir Next"/>
              </a:defRPr>
            </a:lvl5pPr>
            <a:lvl6pPr algn="ctr">
              <a:defRPr sz="1950" b="0">
                <a:solidFill>
                  <a:srgbClr val="111738"/>
                </a:solidFill>
                <a:latin typeface="Avenir Next"/>
                <a:ea typeface="Avenir Next"/>
                <a:cs typeface="Avenir Next"/>
              </a:defRPr>
            </a:lvl6pPr>
            <a:lvl7pPr algn="ctr">
              <a:defRPr sz="1950" b="0">
                <a:solidFill>
                  <a:srgbClr val="111738"/>
                </a:solidFill>
                <a:latin typeface="Avenir Next"/>
                <a:ea typeface="Avenir Next"/>
                <a:cs typeface="Avenir Next"/>
              </a:defRPr>
            </a:lvl7pPr>
            <a:lvl8pPr algn="ctr">
              <a:defRPr sz="1950" b="0">
                <a:solidFill>
                  <a:srgbClr val="111738"/>
                </a:solidFill>
                <a:latin typeface="Avenir Next"/>
                <a:ea typeface="Avenir Next"/>
                <a:cs typeface="Avenir Next"/>
              </a:defRPr>
            </a:lvl8pPr>
            <a:lvl9pPr algn="ctr">
              <a:defRPr sz="1950" b="0">
                <a:solidFill>
                  <a:srgbClr val="111738"/>
                </a:solidFill>
                <a:latin typeface="Avenir Next"/>
                <a:ea typeface="Avenir Next"/>
                <a:cs typeface="Avenir Next"/>
              </a:defRPr>
            </a:lvl9pPr>
          </a:lstStyle>
          <a:p xmlns:a="http://schemas.openxmlformats.org/drawingml/2006/main">
            <a:pPr algn="ctr">
              <a:defRPr sz="1950" b="0">
                <a:solidFill>
                  <a:srgbClr val="111738"/>
                </a:solidFill>
                <a:latin typeface="Avenir Next"/>
                <a:ea typeface="Avenir Next"/>
                <a:cs typeface="Avenir Next"/>
              </a:defRPr>
            </a:pPr>
            <a:r>
              <a:rPr sz="1950" b="0">
                <a:solidFill>
                  <a:srgbClr val="111738"/>
                </a:solidFill>
                <a:latin typeface="Avenir Next"/>
                <a:ea typeface="Avenir Next"/>
                <a:cs typeface="Avenir Next"/>
              </a:rPr>
              <a:t>UTILISATEUR</a:t>
            </a:r>
          </a:p>
          <a:p xmlns:a="http://schemas.openxmlformats.org/drawingml/2006/main">
            <a:r>
              <a:t/>
            </a:r>
          </a:p>
          <a:p xmlns:a="http://schemas.openxmlformats.org/drawingml/2006/main">
            <a:pPr algn="ctr">
              <a:defRPr sz="1950" b="0">
                <a:solidFill>
                  <a:srgbClr val="111738"/>
                </a:solidFill>
                <a:latin typeface="Avenir Next"/>
                <a:ea typeface="Avenir Next"/>
                <a:cs typeface="Avenir Next"/>
              </a:defRPr>
            </a:pPr>
            <a:r>
              <a:rPr sz="1950" b="0">
                <a:solidFill>
                  <a:srgbClr val="111738"/>
                </a:solidFill>
                <a:latin typeface="Avenir Next"/>
                <a:ea typeface="Avenir Next"/>
                <a:cs typeface="Avenir Next"/>
              </a:rPr>
              <a:t>id, nom, email</a:t>
            </a:r>
          </a:p>
          <a:p xmlns:a="http://schemas.openxmlformats.org/drawingml/2006/main">
            <a:pPr algn="ctr">
              <a:defRPr sz="1950" b="0">
                <a:solidFill>
                  <a:srgbClr val="111738"/>
                </a:solidFill>
                <a:latin typeface="Avenir Next"/>
                <a:ea typeface="Avenir Next"/>
                <a:cs typeface="Avenir Next"/>
              </a:defRPr>
            </a:pPr>
            <a:r>
              <a:rPr sz="1950" b="0">
                <a:solidFill>
                  <a:srgbClr val="111738"/>
                </a:solidFill>
                <a:latin typeface="Avenir Next"/>
                <a:ea typeface="Avenir Next"/>
                <a:cs typeface="Avenir Next"/>
              </a:rPr>
              <a:t>mot de passe haché</a:t>
            </a:r>
          </a:p>
          <a:p xmlns:a="http://schemas.openxmlformats.org/drawingml/2006/main">
            <a:pPr algn="ctr">
              <a:defRPr sz="1950" b="0">
                <a:solidFill>
                  <a:srgbClr val="111738"/>
                </a:solidFill>
                <a:latin typeface="Avenir Next"/>
                <a:ea typeface="Avenir Next"/>
                <a:cs typeface="Avenir Next"/>
              </a:defRPr>
            </a:pPr>
            <a:r>
              <a:rPr sz="1950" b="0">
                <a:solidFill>
                  <a:srgbClr val="111738"/>
                </a:solidFill>
                <a:latin typeface="Avenir Next"/>
                <a:ea typeface="Avenir Next"/>
                <a:cs typeface="Avenir Next"/>
              </a:rPr>
              <a:t>rôles</a:t>
            </a:r>
          </a:p>
        </p:txBody>
      </p:sp>
      <p:sp>
        <p:nvSpPr>
          <p:cNvPr id="6" name="RÉSERVATION&#10;&#10;id, utilisateur_id&#10;evenement_">
            <a:extLst xmlns:a="http://schemas.openxmlformats.org/drawingml/2006/main">
              <a:ext uri="{FF2B5EF4-FFF2-40B4-BE49-F238E27FC236}">
                <a16:creationId xmlns:a16="http://schemas.microsoft.com/office/drawing/2014/main" id="{0161A821-A433-43A3-979F-F0668DB5778B}"/>
              </a:ext>
            </a:extLst>
          </p:cNvPr>
          <p:cNvSpPr>
            <a:spLocks xmlns:a="http://schemas.openxmlformats.org/drawingml/2006/main" noGrp="1"/>
          </p:cNvSpPr>
          <p:nvPr/>
        </p:nvSpPr>
        <p:spPr>
          <a:xfrm xmlns:a="http://schemas.openxmlformats.org/drawingml/2006/main">
            <a:off x="4667250" y="2133600"/>
            <a:ext cx="2857500" cy="2000250"/>
          </a:xfrm>
          <a:prstGeom xmlns:a="http://schemas.openxmlformats.org/drawingml/2006/main" prst="roundRect">
            <a:avLst>
              <a:gd name="adj" fmla="val 5714"/>
            </a:avLst>
          </a:prstGeom>
          <a:solidFill xmlns:a="http://schemas.openxmlformats.org/drawingml/2006/main">
            <a:srgbClr val="F1EBFF"/>
          </a:solidFill>
          <a:ln xmlns:a="http://schemas.openxmlformats.org/drawingml/2006/main" w="11430">
            <a:solidFill>
              <a:srgbClr val="8B62F4"/>
            </a:solidFill>
          </a:ln>
        </p:spPr>
        <p:txBody>
          <a:bodyPr xmlns:a="http://schemas.openxmlformats.org/drawingml/2006/main" wrap="square" lIns="114300" tIns="114300" rIns="114300" bIns="114300" anchor="ctr">
            <a:noAutofit/>
          </a:bodyPr>
          <a:lstStyle xmlns:a="http://schemas.openxmlformats.org/drawingml/2006/main">
            <a:defPPr algn="ctr">
              <a:defRPr sz="1950" b="0">
                <a:solidFill>
                  <a:srgbClr val="111738"/>
                </a:solidFill>
                <a:latin typeface="Avenir Next"/>
                <a:ea typeface="Avenir Next"/>
                <a:cs typeface="Avenir Next"/>
              </a:defRPr>
            </a:defPPr>
            <a:lvl1pPr algn="ctr">
              <a:defRPr sz="1950" b="0">
                <a:solidFill>
                  <a:srgbClr val="111738"/>
                </a:solidFill>
                <a:latin typeface="Avenir Next"/>
                <a:ea typeface="Avenir Next"/>
                <a:cs typeface="Avenir Next"/>
              </a:defRPr>
            </a:lvl1pPr>
            <a:lvl2pPr algn="ctr">
              <a:defRPr sz="1950" b="0">
                <a:solidFill>
                  <a:srgbClr val="111738"/>
                </a:solidFill>
                <a:latin typeface="Avenir Next"/>
                <a:ea typeface="Avenir Next"/>
                <a:cs typeface="Avenir Next"/>
              </a:defRPr>
            </a:lvl2pPr>
            <a:lvl3pPr algn="ctr">
              <a:defRPr sz="1950" b="0">
                <a:solidFill>
                  <a:srgbClr val="111738"/>
                </a:solidFill>
                <a:latin typeface="Avenir Next"/>
                <a:ea typeface="Avenir Next"/>
                <a:cs typeface="Avenir Next"/>
              </a:defRPr>
            </a:lvl3pPr>
            <a:lvl4pPr algn="ctr">
              <a:defRPr sz="1950" b="0">
                <a:solidFill>
                  <a:srgbClr val="111738"/>
                </a:solidFill>
                <a:latin typeface="Avenir Next"/>
                <a:ea typeface="Avenir Next"/>
                <a:cs typeface="Avenir Next"/>
              </a:defRPr>
            </a:lvl4pPr>
            <a:lvl5pPr algn="ctr">
              <a:defRPr sz="1950" b="0">
                <a:solidFill>
                  <a:srgbClr val="111738"/>
                </a:solidFill>
                <a:latin typeface="Avenir Next"/>
                <a:ea typeface="Avenir Next"/>
                <a:cs typeface="Avenir Next"/>
              </a:defRPr>
            </a:lvl5pPr>
            <a:lvl6pPr algn="ctr">
              <a:defRPr sz="1950" b="0">
                <a:solidFill>
                  <a:srgbClr val="111738"/>
                </a:solidFill>
                <a:latin typeface="Avenir Next"/>
                <a:ea typeface="Avenir Next"/>
                <a:cs typeface="Avenir Next"/>
              </a:defRPr>
            </a:lvl6pPr>
            <a:lvl7pPr algn="ctr">
              <a:defRPr sz="1950" b="0">
                <a:solidFill>
                  <a:srgbClr val="111738"/>
                </a:solidFill>
                <a:latin typeface="Avenir Next"/>
                <a:ea typeface="Avenir Next"/>
                <a:cs typeface="Avenir Next"/>
              </a:defRPr>
            </a:lvl7pPr>
            <a:lvl8pPr algn="ctr">
              <a:defRPr sz="1950" b="0">
                <a:solidFill>
                  <a:srgbClr val="111738"/>
                </a:solidFill>
                <a:latin typeface="Avenir Next"/>
                <a:ea typeface="Avenir Next"/>
                <a:cs typeface="Avenir Next"/>
              </a:defRPr>
            </a:lvl8pPr>
            <a:lvl9pPr algn="ctr">
              <a:defRPr sz="1950" b="0">
                <a:solidFill>
                  <a:srgbClr val="111738"/>
                </a:solidFill>
                <a:latin typeface="Avenir Next"/>
                <a:ea typeface="Avenir Next"/>
                <a:cs typeface="Avenir Next"/>
              </a:defRPr>
            </a:lvl9pPr>
          </a:lstStyle>
          <a:p xmlns:a="http://schemas.openxmlformats.org/drawingml/2006/main">
            <a:pPr algn="ctr">
              <a:defRPr sz="1950" b="0">
                <a:solidFill>
                  <a:srgbClr val="111738"/>
                </a:solidFill>
                <a:latin typeface="Avenir Next"/>
                <a:ea typeface="Avenir Next"/>
                <a:cs typeface="Avenir Next"/>
              </a:defRPr>
            </a:pPr>
            <a:r>
              <a:rPr sz="1950" b="0">
                <a:solidFill>
                  <a:srgbClr val="111738"/>
                </a:solidFill>
                <a:latin typeface="Avenir Next"/>
                <a:ea typeface="Avenir Next"/>
                <a:cs typeface="Avenir Next"/>
              </a:rPr>
              <a:t>RÉSERVATION</a:t>
            </a:r>
          </a:p>
          <a:p xmlns:a="http://schemas.openxmlformats.org/drawingml/2006/main">
            <a:r>
              <a:t/>
            </a:r>
          </a:p>
          <a:p xmlns:a="http://schemas.openxmlformats.org/drawingml/2006/main">
            <a:pPr algn="ctr">
              <a:defRPr sz="1950" b="0">
                <a:solidFill>
                  <a:srgbClr val="111738"/>
                </a:solidFill>
                <a:latin typeface="Avenir Next"/>
                <a:ea typeface="Avenir Next"/>
                <a:cs typeface="Avenir Next"/>
              </a:defRPr>
            </a:pPr>
            <a:r>
              <a:rPr sz="1950" b="0">
                <a:solidFill>
                  <a:srgbClr val="111738"/>
                </a:solidFill>
                <a:latin typeface="Avenir Next"/>
                <a:ea typeface="Avenir Next"/>
                <a:cs typeface="Avenir Next"/>
              </a:rPr>
              <a:t>id, utilisateur_id</a:t>
            </a:r>
          </a:p>
          <a:p xmlns:a="http://schemas.openxmlformats.org/drawingml/2006/main">
            <a:pPr algn="ctr">
              <a:defRPr sz="1950" b="0">
                <a:solidFill>
                  <a:srgbClr val="111738"/>
                </a:solidFill>
                <a:latin typeface="Avenir Next"/>
                <a:ea typeface="Avenir Next"/>
                <a:cs typeface="Avenir Next"/>
              </a:defRPr>
            </a:pPr>
            <a:r>
              <a:rPr sz="1950" b="0">
                <a:solidFill>
                  <a:srgbClr val="111738"/>
                </a:solidFill>
                <a:latin typeface="Avenir Next"/>
                <a:ea typeface="Avenir Next"/>
                <a:cs typeface="Avenir Next"/>
              </a:rPr>
              <a:t>evenement_id</a:t>
            </a:r>
          </a:p>
          <a:p xmlns:a="http://schemas.openxmlformats.org/drawingml/2006/main">
            <a:pPr algn="ctr">
              <a:defRPr sz="1950" b="0">
                <a:solidFill>
                  <a:srgbClr val="111738"/>
                </a:solidFill>
                <a:latin typeface="Avenir Next"/>
                <a:ea typeface="Avenir Next"/>
                <a:cs typeface="Avenir Next"/>
              </a:defRPr>
            </a:pPr>
            <a:r>
              <a:rPr sz="1950" b="0">
                <a:solidFill>
                  <a:srgbClr val="111738"/>
                </a:solidFill>
                <a:latin typeface="Avenir Next"/>
                <a:ea typeface="Avenir Next"/>
                <a:cs typeface="Avenir Next"/>
              </a:rPr>
              <a:t>statut</a:t>
            </a:r>
          </a:p>
        </p:txBody>
      </p:sp>
      <p:sp>
        <p:nvSpPr>
          <p:cNvPr id="7" name="ÉVÉNEMENT&#10;&#10;id, titre, date, lieu&#10;capacité,">
            <a:extLst xmlns:a="http://schemas.openxmlformats.org/drawingml/2006/main">
              <a:ext uri="{FF2B5EF4-FFF2-40B4-BE49-F238E27FC236}">
                <a16:creationId xmlns:a16="http://schemas.microsoft.com/office/drawing/2014/main" id="{88EE1ABC-0FFA-49F1-993F-FFA11B2DCDB8}"/>
              </a:ext>
            </a:extLst>
          </p:cNvPr>
          <p:cNvSpPr>
            <a:spLocks xmlns:a="http://schemas.openxmlformats.org/drawingml/2006/main" noGrp="1"/>
          </p:cNvSpPr>
          <p:nvPr/>
        </p:nvSpPr>
        <p:spPr>
          <a:xfrm xmlns:a="http://schemas.openxmlformats.org/drawingml/2006/main">
            <a:off x="8620125" y="2133600"/>
            <a:ext cx="2857500" cy="2000250"/>
          </a:xfrm>
          <a:prstGeom xmlns:a="http://schemas.openxmlformats.org/drawingml/2006/main" prst="roundRect">
            <a:avLst>
              <a:gd name="adj" fmla="val 5714"/>
            </a:avLst>
          </a:prstGeom>
          <a:solidFill xmlns:a="http://schemas.openxmlformats.org/drawingml/2006/main">
            <a:srgbClr val="FFEDE8"/>
          </a:solidFill>
          <a:ln xmlns:a="http://schemas.openxmlformats.org/drawingml/2006/main" w="11430">
            <a:solidFill>
              <a:srgbClr val="FF8F7A"/>
            </a:solidFill>
          </a:ln>
        </p:spPr>
        <p:txBody>
          <a:bodyPr xmlns:a="http://schemas.openxmlformats.org/drawingml/2006/main" wrap="square" lIns="114300" tIns="114300" rIns="114300" bIns="114300" anchor="ctr">
            <a:noAutofit/>
          </a:bodyPr>
          <a:lstStyle xmlns:a="http://schemas.openxmlformats.org/drawingml/2006/main">
            <a:defPPr algn="ctr">
              <a:defRPr sz="1950" b="0">
                <a:solidFill>
                  <a:srgbClr val="111738"/>
                </a:solidFill>
                <a:latin typeface="Avenir Next"/>
                <a:ea typeface="Avenir Next"/>
                <a:cs typeface="Avenir Next"/>
              </a:defRPr>
            </a:defPPr>
            <a:lvl1pPr algn="ctr">
              <a:defRPr sz="1950" b="0">
                <a:solidFill>
                  <a:srgbClr val="111738"/>
                </a:solidFill>
                <a:latin typeface="Avenir Next"/>
                <a:ea typeface="Avenir Next"/>
                <a:cs typeface="Avenir Next"/>
              </a:defRPr>
            </a:lvl1pPr>
            <a:lvl2pPr algn="ctr">
              <a:defRPr sz="1950" b="0">
                <a:solidFill>
                  <a:srgbClr val="111738"/>
                </a:solidFill>
                <a:latin typeface="Avenir Next"/>
                <a:ea typeface="Avenir Next"/>
                <a:cs typeface="Avenir Next"/>
              </a:defRPr>
            </a:lvl2pPr>
            <a:lvl3pPr algn="ctr">
              <a:defRPr sz="1950" b="0">
                <a:solidFill>
                  <a:srgbClr val="111738"/>
                </a:solidFill>
                <a:latin typeface="Avenir Next"/>
                <a:ea typeface="Avenir Next"/>
                <a:cs typeface="Avenir Next"/>
              </a:defRPr>
            </a:lvl3pPr>
            <a:lvl4pPr algn="ctr">
              <a:defRPr sz="1950" b="0">
                <a:solidFill>
                  <a:srgbClr val="111738"/>
                </a:solidFill>
                <a:latin typeface="Avenir Next"/>
                <a:ea typeface="Avenir Next"/>
                <a:cs typeface="Avenir Next"/>
              </a:defRPr>
            </a:lvl4pPr>
            <a:lvl5pPr algn="ctr">
              <a:defRPr sz="1950" b="0">
                <a:solidFill>
                  <a:srgbClr val="111738"/>
                </a:solidFill>
                <a:latin typeface="Avenir Next"/>
                <a:ea typeface="Avenir Next"/>
                <a:cs typeface="Avenir Next"/>
              </a:defRPr>
            </a:lvl5pPr>
            <a:lvl6pPr algn="ctr">
              <a:defRPr sz="1950" b="0">
                <a:solidFill>
                  <a:srgbClr val="111738"/>
                </a:solidFill>
                <a:latin typeface="Avenir Next"/>
                <a:ea typeface="Avenir Next"/>
                <a:cs typeface="Avenir Next"/>
              </a:defRPr>
            </a:lvl6pPr>
            <a:lvl7pPr algn="ctr">
              <a:defRPr sz="1950" b="0">
                <a:solidFill>
                  <a:srgbClr val="111738"/>
                </a:solidFill>
                <a:latin typeface="Avenir Next"/>
                <a:ea typeface="Avenir Next"/>
                <a:cs typeface="Avenir Next"/>
              </a:defRPr>
            </a:lvl7pPr>
            <a:lvl8pPr algn="ctr">
              <a:defRPr sz="1950" b="0">
                <a:solidFill>
                  <a:srgbClr val="111738"/>
                </a:solidFill>
                <a:latin typeface="Avenir Next"/>
                <a:ea typeface="Avenir Next"/>
                <a:cs typeface="Avenir Next"/>
              </a:defRPr>
            </a:lvl8pPr>
            <a:lvl9pPr algn="ctr">
              <a:defRPr sz="1950" b="0">
                <a:solidFill>
                  <a:srgbClr val="111738"/>
                </a:solidFill>
                <a:latin typeface="Avenir Next"/>
                <a:ea typeface="Avenir Next"/>
                <a:cs typeface="Avenir Next"/>
              </a:defRPr>
            </a:lvl9pPr>
          </a:lstStyle>
          <a:p xmlns:a="http://schemas.openxmlformats.org/drawingml/2006/main">
            <a:pPr algn="ctr">
              <a:defRPr sz="1950" b="0">
                <a:solidFill>
                  <a:srgbClr val="111738"/>
                </a:solidFill>
                <a:latin typeface="Avenir Next"/>
                <a:ea typeface="Avenir Next"/>
                <a:cs typeface="Avenir Next"/>
              </a:defRPr>
            </a:pPr>
            <a:r>
              <a:rPr sz="1950" b="0">
                <a:solidFill>
                  <a:srgbClr val="111738"/>
                </a:solidFill>
                <a:latin typeface="Avenir Next"/>
                <a:ea typeface="Avenir Next"/>
                <a:cs typeface="Avenir Next"/>
              </a:rPr>
              <a:t>ÉVÉNEMENT</a:t>
            </a:r>
          </a:p>
          <a:p xmlns:a="http://schemas.openxmlformats.org/drawingml/2006/main">
            <a:r>
              <a:t/>
            </a:r>
          </a:p>
          <a:p xmlns:a="http://schemas.openxmlformats.org/drawingml/2006/main">
            <a:pPr algn="ctr">
              <a:defRPr sz="1950" b="0">
                <a:solidFill>
                  <a:srgbClr val="111738"/>
                </a:solidFill>
                <a:latin typeface="Avenir Next"/>
                <a:ea typeface="Avenir Next"/>
                <a:cs typeface="Avenir Next"/>
              </a:defRPr>
            </a:pPr>
            <a:r>
              <a:rPr sz="1950" b="0">
                <a:solidFill>
                  <a:srgbClr val="111738"/>
                </a:solidFill>
                <a:latin typeface="Avenir Next"/>
                <a:ea typeface="Avenir Next"/>
                <a:cs typeface="Avenir Next"/>
              </a:rPr>
              <a:t>id, titre, date, lieu</a:t>
            </a:r>
          </a:p>
          <a:p xmlns:a="http://schemas.openxmlformats.org/drawingml/2006/main">
            <a:pPr algn="ctr">
              <a:defRPr sz="1950" b="0">
                <a:solidFill>
                  <a:srgbClr val="111738"/>
                </a:solidFill>
                <a:latin typeface="Avenir Next"/>
                <a:ea typeface="Avenir Next"/>
                <a:cs typeface="Avenir Next"/>
              </a:defRPr>
            </a:pPr>
            <a:r>
              <a:rPr sz="1950" b="0">
                <a:solidFill>
                  <a:srgbClr val="111738"/>
                </a:solidFill>
                <a:latin typeface="Avenir Next"/>
                <a:ea typeface="Avenir Next"/>
                <a:cs typeface="Avenir Next"/>
              </a:rPr>
              <a:t>capacité, état</a:t>
            </a:r>
          </a:p>
          <a:p xmlns:a="http://schemas.openxmlformats.org/drawingml/2006/main">
            <a:pPr algn="ctr">
              <a:defRPr sz="1950" b="0">
                <a:solidFill>
                  <a:srgbClr val="111738"/>
                </a:solidFill>
                <a:latin typeface="Avenir Next"/>
                <a:ea typeface="Avenir Next"/>
                <a:cs typeface="Avenir Next"/>
              </a:defRPr>
            </a:pPr>
            <a:r>
              <a:rPr sz="1950" b="0">
                <a:solidFill>
                  <a:srgbClr val="111738"/>
                </a:solidFill>
                <a:latin typeface="Avenir Next"/>
                <a:ea typeface="Avenir Next"/>
                <a:cs typeface="Avenir Next"/>
              </a:rPr>
              <a:t>organisateur_id</a:t>
            </a:r>
          </a:p>
        </p:txBody>
      </p:sp>
      <p:sp>
        <p:nvSpPr>
          <p:cNvPr id="10" name="1">
            <a:extLst xmlns:a="http://schemas.openxmlformats.org/drawingml/2006/main">
              <a:ext uri="{FF2B5EF4-FFF2-40B4-BE49-F238E27FC236}">
                <a16:creationId xmlns:a16="http://schemas.microsoft.com/office/drawing/2014/main" id="{AD8F690E-9A56-4FF1-A414-29F397B7181E}"/>
              </a:ext>
            </a:extLst>
          </p:cNvPr>
          <p:cNvSpPr>
            <a:spLocks xmlns:a="http://schemas.openxmlformats.org/drawingml/2006/main" noGrp="1"/>
          </p:cNvSpPr>
          <p:nvPr/>
        </p:nvSpPr>
        <p:spPr>
          <a:xfrm xmlns:a="http://schemas.openxmlformats.org/drawingml/2006/main">
            <a:off x="3705225" y="2571750"/>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0">
                <a:solidFill>
                  <a:srgbClr val="454A66"/>
                </a:solidFill>
                <a:latin typeface="Avenir Next"/>
                <a:ea typeface="Avenir Next"/>
                <a:cs typeface="Avenir Next"/>
              </a:defRPr>
            </a:defPPr>
            <a:lvl1pPr algn="l">
              <a:defRPr sz="1425" b="0">
                <a:solidFill>
                  <a:srgbClr val="454A66"/>
                </a:solidFill>
                <a:latin typeface="Avenir Next"/>
                <a:ea typeface="Avenir Next"/>
                <a:cs typeface="Avenir Next"/>
              </a:defRPr>
            </a:lvl1pPr>
            <a:lvl2pPr algn="l">
              <a:defRPr sz="1425" b="0">
                <a:solidFill>
                  <a:srgbClr val="454A66"/>
                </a:solidFill>
                <a:latin typeface="Avenir Next"/>
                <a:ea typeface="Avenir Next"/>
                <a:cs typeface="Avenir Next"/>
              </a:defRPr>
            </a:lvl2pPr>
            <a:lvl3pPr algn="l">
              <a:defRPr sz="1425" b="0">
                <a:solidFill>
                  <a:srgbClr val="454A66"/>
                </a:solidFill>
                <a:latin typeface="Avenir Next"/>
                <a:ea typeface="Avenir Next"/>
                <a:cs typeface="Avenir Next"/>
              </a:defRPr>
            </a:lvl3pPr>
            <a:lvl4pPr algn="l">
              <a:defRPr sz="1425" b="0">
                <a:solidFill>
                  <a:srgbClr val="454A66"/>
                </a:solidFill>
                <a:latin typeface="Avenir Next"/>
                <a:ea typeface="Avenir Next"/>
                <a:cs typeface="Avenir Next"/>
              </a:defRPr>
            </a:lvl4pPr>
            <a:lvl5pPr algn="l">
              <a:defRPr sz="1425" b="0">
                <a:solidFill>
                  <a:srgbClr val="454A66"/>
                </a:solidFill>
                <a:latin typeface="Avenir Next"/>
                <a:ea typeface="Avenir Next"/>
                <a:cs typeface="Avenir Next"/>
              </a:defRPr>
            </a:lvl5pPr>
            <a:lvl6pPr algn="l">
              <a:defRPr sz="1425" b="0">
                <a:solidFill>
                  <a:srgbClr val="454A66"/>
                </a:solidFill>
                <a:latin typeface="Avenir Next"/>
                <a:ea typeface="Avenir Next"/>
                <a:cs typeface="Avenir Next"/>
              </a:defRPr>
            </a:lvl6pPr>
            <a:lvl7pPr algn="l">
              <a:defRPr sz="1425" b="0">
                <a:solidFill>
                  <a:srgbClr val="454A66"/>
                </a:solidFill>
                <a:latin typeface="Avenir Next"/>
                <a:ea typeface="Avenir Next"/>
                <a:cs typeface="Avenir Next"/>
              </a:defRPr>
            </a:lvl7pPr>
            <a:lvl8pPr algn="l">
              <a:defRPr sz="1425" b="0">
                <a:solidFill>
                  <a:srgbClr val="454A66"/>
                </a:solidFill>
                <a:latin typeface="Avenir Next"/>
                <a:ea typeface="Avenir Next"/>
                <a:cs typeface="Avenir Next"/>
              </a:defRPr>
            </a:lvl8pPr>
            <a:lvl9pPr algn="l">
              <a:defRPr sz="1425" b="0">
                <a:solidFill>
                  <a:srgbClr val="454A66"/>
                </a:solidFill>
                <a:latin typeface="Avenir Next"/>
                <a:ea typeface="Avenir Next"/>
                <a:cs typeface="Avenir Next"/>
              </a:defRPr>
            </a:lvl9pPr>
          </a:lstStyle>
          <a:p xmlns:a="http://schemas.openxmlformats.org/drawingml/2006/main">
            <a:pPr algn="l">
              <a:defRPr sz="1425" b="0">
                <a:solidFill>
                  <a:srgbClr val="454A66"/>
                </a:solidFill>
                <a:latin typeface="Avenir Next"/>
                <a:ea typeface="Avenir Next"/>
                <a:cs typeface="Avenir Next"/>
              </a:defRPr>
            </a:pPr>
            <a:r>
              <a:rPr sz="1425" b="0">
                <a:solidFill>
                  <a:srgbClr val="454A66"/>
                </a:solidFill>
                <a:latin typeface="Avenir Next"/>
                <a:ea typeface="Avenir Next"/>
                <a:cs typeface="Avenir Next"/>
              </a:rPr>
              <a:t>1</a:t>
            </a:r>
          </a:p>
        </p:txBody>
      </p:sp>
      <p:sp>
        <p:nvSpPr>
          <p:cNvPr id="11" name="0..N">
            <a:extLst xmlns:a="http://schemas.openxmlformats.org/drawingml/2006/main">
              <a:ext uri="{FF2B5EF4-FFF2-40B4-BE49-F238E27FC236}">
                <a16:creationId xmlns:a16="http://schemas.microsoft.com/office/drawing/2014/main" id="{A67731D1-5418-465F-9AF3-B9EAB3AEAD16}"/>
              </a:ext>
            </a:extLst>
          </p:cNvPr>
          <p:cNvSpPr>
            <a:spLocks xmlns:a="http://schemas.openxmlformats.org/drawingml/2006/main" noGrp="1"/>
          </p:cNvSpPr>
          <p:nvPr/>
        </p:nvSpPr>
        <p:spPr>
          <a:xfrm xmlns:a="http://schemas.openxmlformats.org/drawingml/2006/main">
            <a:off x="4095750" y="2952750"/>
            <a:ext cx="57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0">
                <a:solidFill>
                  <a:srgbClr val="454A66"/>
                </a:solidFill>
                <a:latin typeface="Avenir Next"/>
                <a:ea typeface="Avenir Next"/>
                <a:cs typeface="Avenir Next"/>
              </a:defRPr>
            </a:defPPr>
            <a:lvl1pPr algn="l">
              <a:defRPr sz="1425" b="0">
                <a:solidFill>
                  <a:srgbClr val="454A66"/>
                </a:solidFill>
                <a:latin typeface="Avenir Next"/>
                <a:ea typeface="Avenir Next"/>
                <a:cs typeface="Avenir Next"/>
              </a:defRPr>
            </a:lvl1pPr>
            <a:lvl2pPr algn="l">
              <a:defRPr sz="1425" b="0">
                <a:solidFill>
                  <a:srgbClr val="454A66"/>
                </a:solidFill>
                <a:latin typeface="Avenir Next"/>
                <a:ea typeface="Avenir Next"/>
                <a:cs typeface="Avenir Next"/>
              </a:defRPr>
            </a:lvl2pPr>
            <a:lvl3pPr algn="l">
              <a:defRPr sz="1425" b="0">
                <a:solidFill>
                  <a:srgbClr val="454A66"/>
                </a:solidFill>
                <a:latin typeface="Avenir Next"/>
                <a:ea typeface="Avenir Next"/>
                <a:cs typeface="Avenir Next"/>
              </a:defRPr>
            </a:lvl3pPr>
            <a:lvl4pPr algn="l">
              <a:defRPr sz="1425" b="0">
                <a:solidFill>
                  <a:srgbClr val="454A66"/>
                </a:solidFill>
                <a:latin typeface="Avenir Next"/>
                <a:ea typeface="Avenir Next"/>
                <a:cs typeface="Avenir Next"/>
              </a:defRPr>
            </a:lvl4pPr>
            <a:lvl5pPr algn="l">
              <a:defRPr sz="1425" b="0">
                <a:solidFill>
                  <a:srgbClr val="454A66"/>
                </a:solidFill>
                <a:latin typeface="Avenir Next"/>
                <a:ea typeface="Avenir Next"/>
                <a:cs typeface="Avenir Next"/>
              </a:defRPr>
            </a:lvl5pPr>
            <a:lvl6pPr algn="l">
              <a:defRPr sz="1425" b="0">
                <a:solidFill>
                  <a:srgbClr val="454A66"/>
                </a:solidFill>
                <a:latin typeface="Avenir Next"/>
                <a:ea typeface="Avenir Next"/>
                <a:cs typeface="Avenir Next"/>
              </a:defRPr>
            </a:lvl6pPr>
            <a:lvl7pPr algn="l">
              <a:defRPr sz="1425" b="0">
                <a:solidFill>
                  <a:srgbClr val="454A66"/>
                </a:solidFill>
                <a:latin typeface="Avenir Next"/>
                <a:ea typeface="Avenir Next"/>
                <a:cs typeface="Avenir Next"/>
              </a:defRPr>
            </a:lvl7pPr>
            <a:lvl8pPr algn="l">
              <a:defRPr sz="1425" b="0">
                <a:solidFill>
                  <a:srgbClr val="454A66"/>
                </a:solidFill>
                <a:latin typeface="Avenir Next"/>
                <a:ea typeface="Avenir Next"/>
                <a:cs typeface="Avenir Next"/>
              </a:defRPr>
            </a:lvl8pPr>
            <a:lvl9pPr algn="l">
              <a:defRPr sz="1425" b="0">
                <a:solidFill>
                  <a:srgbClr val="454A66"/>
                </a:solidFill>
                <a:latin typeface="Avenir Next"/>
                <a:ea typeface="Avenir Next"/>
                <a:cs typeface="Avenir Next"/>
              </a:defRPr>
            </a:lvl9pPr>
          </a:lstStyle>
          <a:p xmlns:a="http://schemas.openxmlformats.org/drawingml/2006/main">
            <a:pPr algn="l">
              <a:defRPr sz="1425" b="0">
                <a:solidFill>
                  <a:srgbClr val="454A66"/>
                </a:solidFill>
                <a:latin typeface="Avenir Next"/>
                <a:ea typeface="Avenir Next"/>
                <a:cs typeface="Avenir Next"/>
              </a:defRPr>
            </a:pPr>
            <a:r>
              <a:rPr sz="1425" b="0">
                <a:solidFill>
                  <a:srgbClr val="454A66"/>
                </a:solidFill>
                <a:latin typeface="Avenir Next"/>
                <a:ea typeface="Avenir Next"/>
                <a:cs typeface="Avenir Next"/>
              </a:rPr>
              <a:t>0..N</a:t>
            </a:r>
          </a:p>
        </p:txBody>
      </p:sp>
      <p:sp>
        <p:nvSpPr>
          <p:cNvPr id="12" name="1">
            <a:extLst xmlns:a="http://schemas.openxmlformats.org/drawingml/2006/main">
              <a:ext uri="{FF2B5EF4-FFF2-40B4-BE49-F238E27FC236}">
                <a16:creationId xmlns:a16="http://schemas.microsoft.com/office/drawing/2014/main" id="{8C914304-F6F0-4B70-B85E-F8D21F1E2282}"/>
              </a:ext>
            </a:extLst>
          </p:cNvPr>
          <p:cNvSpPr>
            <a:spLocks xmlns:a="http://schemas.openxmlformats.org/drawingml/2006/main" noGrp="1"/>
          </p:cNvSpPr>
          <p:nvPr/>
        </p:nvSpPr>
        <p:spPr>
          <a:xfrm xmlns:a="http://schemas.openxmlformats.org/drawingml/2006/main">
            <a:off x="8239125" y="2571750"/>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0">
                <a:solidFill>
                  <a:srgbClr val="454A66"/>
                </a:solidFill>
                <a:latin typeface="Avenir Next"/>
                <a:ea typeface="Avenir Next"/>
                <a:cs typeface="Avenir Next"/>
              </a:defRPr>
            </a:defPPr>
            <a:lvl1pPr algn="l">
              <a:defRPr sz="1425" b="0">
                <a:solidFill>
                  <a:srgbClr val="454A66"/>
                </a:solidFill>
                <a:latin typeface="Avenir Next"/>
                <a:ea typeface="Avenir Next"/>
                <a:cs typeface="Avenir Next"/>
              </a:defRPr>
            </a:lvl1pPr>
            <a:lvl2pPr algn="l">
              <a:defRPr sz="1425" b="0">
                <a:solidFill>
                  <a:srgbClr val="454A66"/>
                </a:solidFill>
                <a:latin typeface="Avenir Next"/>
                <a:ea typeface="Avenir Next"/>
                <a:cs typeface="Avenir Next"/>
              </a:defRPr>
            </a:lvl2pPr>
            <a:lvl3pPr algn="l">
              <a:defRPr sz="1425" b="0">
                <a:solidFill>
                  <a:srgbClr val="454A66"/>
                </a:solidFill>
                <a:latin typeface="Avenir Next"/>
                <a:ea typeface="Avenir Next"/>
                <a:cs typeface="Avenir Next"/>
              </a:defRPr>
            </a:lvl3pPr>
            <a:lvl4pPr algn="l">
              <a:defRPr sz="1425" b="0">
                <a:solidFill>
                  <a:srgbClr val="454A66"/>
                </a:solidFill>
                <a:latin typeface="Avenir Next"/>
                <a:ea typeface="Avenir Next"/>
                <a:cs typeface="Avenir Next"/>
              </a:defRPr>
            </a:lvl4pPr>
            <a:lvl5pPr algn="l">
              <a:defRPr sz="1425" b="0">
                <a:solidFill>
                  <a:srgbClr val="454A66"/>
                </a:solidFill>
                <a:latin typeface="Avenir Next"/>
                <a:ea typeface="Avenir Next"/>
                <a:cs typeface="Avenir Next"/>
              </a:defRPr>
            </a:lvl5pPr>
            <a:lvl6pPr algn="l">
              <a:defRPr sz="1425" b="0">
                <a:solidFill>
                  <a:srgbClr val="454A66"/>
                </a:solidFill>
                <a:latin typeface="Avenir Next"/>
                <a:ea typeface="Avenir Next"/>
                <a:cs typeface="Avenir Next"/>
              </a:defRPr>
            </a:lvl6pPr>
            <a:lvl7pPr algn="l">
              <a:defRPr sz="1425" b="0">
                <a:solidFill>
                  <a:srgbClr val="454A66"/>
                </a:solidFill>
                <a:latin typeface="Avenir Next"/>
                <a:ea typeface="Avenir Next"/>
                <a:cs typeface="Avenir Next"/>
              </a:defRPr>
            </a:lvl7pPr>
            <a:lvl8pPr algn="l">
              <a:defRPr sz="1425" b="0">
                <a:solidFill>
                  <a:srgbClr val="454A66"/>
                </a:solidFill>
                <a:latin typeface="Avenir Next"/>
                <a:ea typeface="Avenir Next"/>
                <a:cs typeface="Avenir Next"/>
              </a:defRPr>
            </a:lvl8pPr>
            <a:lvl9pPr algn="l">
              <a:defRPr sz="1425" b="0">
                <a:solidFill>
                  <a:srgbClr val="454A66"/>
                </a:solidFill>
                <a:latin typeface="Avenir Next"/>
                <a:ea typeface="Avenir Next"/>
                <a:cs typeface="Avenir Next"/>
              </a:defRPr>
            </a:lvl9pPr>
          </a:lstStyle>
          <a:p xmlns:a="http://schemas.openxmlformats.org/drawingml/2006/main">
            <a:pPr algn="l">
              <a:defRPr sz="1425" b="0">
                <a:solidFill>
                  <a:srgbClr val="454A66"/>
                </a:solidFill>
                <a:latin typeface="Avenir Next"/>
                <a:ea typeface="Avenir Next"/>
                <a:cs typeface="Avenir Next"/>
              </a:defRPr>
            </a:pPr>
            <a:r>
              <a:rPr sz="1425" b="0">
                <a:solidFill>
                  <a:srgbClr val="454A66"/>
                </a:solidFill>
                <a:latin typeface="Avenir Next"/>
                <a:ea typeface="Avenir Next"/>
                <a:cs typeface="Avenir Next"/>
              </a:rPr>
              <a:t>1</a:t>
            </a:r>
          </a:p>
        </p:txBody>
      </p:sp>
      <p:sp>
        <p:nvSpPr>
          <p:cNvPr id="13" name="0..N">
            <a:extLst xmlns:a="http://schemas.openxmlformats.org/drawingml/2006/main">
              <a:ext uri="{FF2B5EF4-FFF2-40B4-BE49-F238E27FC236}">
                <a16:creationId xmlns:a16="http://schemas.microsoft.com/office/drawing/2014/main" id="{5FD266A4-9F58-4E38-9909-6E789B84EE58}"/>
              </a:ext>
            </a:extLst>
          </p:cNvPr>
          <p:cNvSpPr>
            <a:spLocks xmlns:a="http://schemas.openxmlformats.org/drawingml/2006/main" noGrp="1"/>
          </p:cNvSpPr>
          <p:nvPr/>
        </p:nvSpPr>
        <p:spPr>
          <a:xfrm xmlns:a="http://schemas.openxmlformats.org/drawingml/2006/main">
            <a:off x="7610475" y="2952750"/>
            <a:ext cx="57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0">
                <a:solidFill>
                  <a:srgbClr val="454A66"/>
                </a:solidFill>
                <a:latin typeface="Avenir Next"/>
                <a:ea typeface="Avenir Next"/>
                <a:cs typeface="Avenir Next"/>
              </a:defRPr>
            </a:defPPr>
            <a:lvl1pPr algn="l">
              <a:defRPr sz="1425" b="0">
                <a:solidFill>
                  <a:srgbClr val="454A66"/>
                </a:solidFill>
                <a:latin typeface="Avenir Next"/>
                <a:ea typeface="Avenir Next"/>
                <a:cs typeface="Avenir Next"/>
              </a:defRPr>
            </a:lvl1pPr>
            <a:lvl2pPr algn="l">
              <a:defRPr sz="1425" b="0">
                <a:solidFill>
                  <a:srgbClr val="454A66"/>
                </a:solidFill>
                <a:latin typeface="Avenir Next"/>
                <a:ea typeface="Avenir Next"/>
                <a:cs typeface="Avenir Next"/>
              </a:defRPr>
            </a:lvl2pPr>
            <a:lvl3pPr algn="l">
              <a:defRPr sz="1425" b="0">
                <a:solidFill>
                  <a:srgbClr val="454A66"/>
                </a:solidFill>
                <a:latin typeface="Avenir Next"/>
                <a:ea typeface="Avenir Next"/>
                <a:cs typeface="Avenir Next"/>
              </a:defRPr>
            </a:lvl3pPr>
            <a:lvl4pPr algn="l">
              <a:defRPr sz="1425" b="0">
                <a:solidFill>
                  <a:srgbClr val="454A66"/>
                </a:solidFill>
                <a:latin typeface="Avenir Next"/>
                <a:ea typeface="Avenir Next"/>
                <a:cs typeface="Avenir Next"/>
              </a:defRPr>
            </a:lvl4pPr>
            <a:lvl5pPr algn="l">
              <a:defRPr sz="1425" b="0">
                <a:solidFill>
                  <a:srgbClr val="454A66"/>
                </a:solidFill>
                <a:latin typeface="Avenir Next"/>
                <a:ea typeface="Avenir Next"/>
                <a:cs typeface="Avenir Next"/>
              </a:defRPr>
            </a:lvl5pPr>
            <a:lvl6pPr algn="l">
              <a:defRPr sz="1425" b="0">
                <a:solidFill>
                  <a:srgbClr val="454A66"/>
                </a:solidFill>
                <a:latin typeface="Avenir Next"/>
                <a:ea typeface="Avenir Next"/>
                <a:cs typeface="Avenir Next"/>
              </a:defRPr>
            </a:lvl6pPr>
            <a:lvl7pPr algn="l">
              <a:defRPr sz="1425" b="0">
                <a:solidFill>
                  <a:srgbClr val="454A66"/>
                </a:solidFill>
                <a:latin typeface="Avenir Next"/>
                <a:ea typeface="Avenir Next"/>
                <a:cs typeface="Avenir Next"/>
              </a:defRPr>
            </a:lvl7pPr>
            <a:lvl8pPr algn="l">
              <a:defRPr sz="1425" b="0">
                <a:solidFill>
                  <a:srgbClr val="454A66"/>
                </a:solidFill>
                <a:latin typeface="Avenir Next"/>
                <a:ea typeface="Avenir Next"/>
                <a:cs typeface="Avenir Next"/>
              </a:defRPr>
            </a:lvl8pPr>
            <a:lvl9pPr algn="l">
              <a:defRPr sz="1425" b="0">
                <a:solidFill>
                  <a:srgbClr val="454A66"/>
                </a:solidFill>
                <a:latin typeface="Avenir Next"/>
                <a:ea typeface="Avenir Next"/>
                <a:cs typeface="Avenir Next"/>
              </a:defRPr>
            </a:lvl9pPr>
          </a:lstStyle>
          <a:p xmlns:a="http://schemas.openxmlformats.org/drawingml/2006/main">
            <a:pPr algn="l">
              <a:defRPr sz="1425" b="0">
                <a:solidFill>
                  <a:srgbClr val="454A66"/>
                </a:solidFill>
                <a:latin typeface="Avenir Next"/>
                <a:ea typeface="Avenir Next"/>
                <a:cs typeface="Avenir Next"/>
              </a:defRPr>
            </a:pPr>
            <a:r>
              <a:rPr sz="1425" b="0">
                <a:solidFill>
                  <a:srgbClr val="454A66"/>
                </a:solidFill>
                <a:latin typeface="Avenir Next"/>
                <a:ea typeface="Avenir Next"/>
                <a:cs typeface="Avenir Next"/>
              </a:rPr>
              <a:t>0..N</a:t>
            </a:r>
          </a:p>
        </p:txBody>
      </p:sp>
      <p:sp>
        <p:nvSpPr>
          <p:cNvPr id="14" name="CATÉGORIE&#10;id, libellé">
            <a:extLst xmlns:a="http://schemas.openxmlformats.org/drawingml/2006/main">
              <a:ext uri="{FF2B5EF4-FFF2-40B4-BE49-F238E27FC236}">
                <a16:creationId xmlns:a16="http://schemas.microsoft.com/office/drawing/2014/main" id="{1FC58B08-D06C-442C-9757-D05699AD9564}"/>
              </a:ext>
            </a:extLst>
          </p:cNvPr>
          <p:cNvSpPr>
            <a:spLocks xmlns:a="http://schemas.openxmlformats.org/drawingml/2006/main" noGrp="1"/>
          </p:cNvSpPr>
          <p:nvPr/>
        </p:nvSpPr>
        <p:spPr>
          <a:xfrm xmlns:a="http://schemas.openxmlformats.org/drawingml/2006/main">
            <a:off x="8620125" y="4876800"/>
            <a:ext cx="2857500" cy="904875"/>
          </a:xfrm>
          <a:prstGeom xmlns:a="http://schemas.openxmlformats.org/drawingml/2006/main" prst="roundRect">
            <a:avLst>
              <a:gd name="adj" fmla="val 12632"/>
            </a:avLst>
          </a:prstGeom>
          <a:solidFill xmlns:a="http://schemas.openxmlformats.org/drawingml/2006/main">
            <a:srgbClr val="F4F5FA"/>
          </a:solidFill>
          <a:ln xmlns:a="http://schemas.openxmlformats.org/drawingml/2006/main" w="11430">
            <a:solidFill>
              <a:srgbClr val="E1E3EE"/>
            </a:solidFill>
          </a:ln>
        </p:spPr>
        <p:txBody>
          <a:bodyPr xmlns:a="http://schemas.openxmlformats.org/drawingml/2006/main" wrap="square" lIns="114300" tIns="114300" rIns="114300" bIns="114300" anchor="ctr">
            <a:noAutofit/>
          </a:bodyPr>
          <a:lstStyle xmlns:a="http://schemas.openxmlformats.org/drawingml/2006/main">
            <a:defPPr algn="ctr">
              <a:defRPr sz="1800" b="0">
                <a:solidFill>
                  <a:srgbClr val="111738"/>
                </a:solidFill>
                <a:latin typeface="Avenir Next"/>
                <a:ea typeface="Avenir Next"/>
                <a:cs typeface="Avenir Next"/>
              </a:defRPr>
            </a:defPPr>
            <a:lvl1pPr algn="ctr">
              <a:defRPr sz="1800" b="0">
                <a:solidFill>
                  <a:srgbClr val="111738"/>
                </a:solidFill>
                <a:latin typeface="Avenir Next"/>
                <a:ea typeface="Avenir Next"/>
                <a:cs typeface="Avenir Next"/>
              </a:defRPr>
            </a:lvl1pPr>
            <a:lvl2pPr algn="ctr">
              <a:defRPr sz="1800" b="0">
                <a:solidFill>
                  <a:srgbClr val="111738"/>
                </a:solidFill>
                <a:latin typeface="Avenir Next"/>
                <a:ea typeface="Avenir Next"/>
                <a:cs typeface="Avenir Next"/>
              </a:defRPr>
            </a:lvl2pPr>
            <a:lvl3pPr algn="ctr">
              <a:defRPr sz="1800" b="0">
                <a:solidFill>
                  <a:srgbClr val="111738"/>
                </a:solidFill>
                <a:latin typeface="Avenir Next"/>
                <a:ea typeface="Avenir Next"/>
                <a:cs typeface="Avenir Next"/>
              </a:defRPr>
            </a:lvl3pPr>
            <a:lvl4pPr algn="ctr">
              <a:defRPr sz="1800" b="0">
                <a:solidFill>
                  <a:srgbClr val="111738"/>
                </a:solidFill>
                <a:latin typeface="Avenir Next"/>
                <a:ea typeface="Avenir Next"/>
                <a:cs typeface="Avenir Next"/>
              </a:defRPr>
            </a:lvl4pPr>
            <a:lvl5pPr algn="ctr">
              <a:defRPr sz="1800" b="0">
                <a:solidFill>
                  <a:srgbClr val="111738"/>
                </a:solidFill>
                <a:latin typeface="Avenir Next"/>
                <a:ea typeface="Avenir Next"/>
                <a:cs typeface="Avenir Next"/>
              </a:defRPr>
            </a:lvl5pPr>
            <a:lvl6pPr algn="ctr">
              <a:defRPr sz="1800" b="0">
                <a:solidFill>
                  <a:srgbClr val="111738"/>
                </a:solidFill>
                <a:latin typeface="Avenir Next"/>
                <a:ea typeface="Avenir Next"/>
                <a:cs typeface="Avenir Next"/>
              </a:defRPr>
            </a:lvl6pPr>
            <a:lvl7pPr algn="ctr">
              <a:defRPr sz="1800" b="0">
                <a:solidFill>
                  <a:srgbClr val="111738"/>
                </a:solidFill>
                <a:latin typeface="Avenir Next"/>
                <a:ea typeface="Avenir Next"/>
                <a:cs typeface="Avenir Next"/>
              </a:defRPr>
            </a:lvl7pPr>
            <a:lvl8pPr algn="ctr">
              <a:defRPr sz="1800" b="0">
                <a:solidFill>
                  <a:srgbClr val="111738"/>
                </a:solidFill>
                <a:latin typeface="Avenir Next"/>
                <a:ea typeface="Avenir Next"/>
                <a:cs typeface="Avenir Next"/>
              </a:defRPr>
            </a:lvl8pPr>
            <a:lvl9pPr algn="ctr">
              <a:defRPr sz="1800" b="0">
                <a:solidFill>
                  <a:srgbClr val="111738"/>
                </a:solidFill>
                <a:latin typeface="Avenir Next"/>
                <a:ea typeface="Avenir Next"/>
                <a:cs typeface="Avenir Next"/>
              </a:defRPr>
            </a:lvl9pPr>
          </a:lstStyle>
          <a:p xmlns:a="http://schemas.openxmlformats.org/drawingml/2006/main">
            <a:pPr algn="ctr">
              <a:defRPr sz="1800" b="0">
                <a:solidFill>
                  <a:srgbClr val="111738"/>
                </a:solidFill>
                <a:latin typeface="Avenir Next"/>
                <a:ea typeface="Avenir Next"/>
                <a:cs typeface="Avenir Next"/>
              </a:defRPr>
            </a:pPr>
            <a:r>
              <a:rPr sz="1800" b="0">
                <a:solidFill>
                  <a:srgbClr val="111738"/>
                </a:solidFill>
                <a:latin typeface="Avenir Next"/>
                <a:ea typeface="Avenir Next"/>
                <a:cs typeface="Avenir Next"/>
              </a:rPr>
              <a:t>CATÉGORIE</a:t>
            </a:r>
          </a:p>
          <a:p xmlns:a="http://schemas.openxmlformats.org/drawingml/2006/main">
            <a:pPr algn="ctr">
              <a:defRPr sz="1800" b="0">
                <a:solidFill>
                  <a:srgbClr val="111738"/>
                </a:solidFill>
                <a:latin typeface="Avenir Next"/>
                <a:ea typeface="Avenir Next"/>
                <a:cs typeface="Avenir Next"/>
              </a:defRPr>
            </a:pPr>
            <a:r>
              <a:rPr sz="1800" b="0">
                <a:solidFill>
                  <a:srgbClr val="111738"/>
                </a:solidFill>
                <a:latin typeface="Avenir Next"/>
                <a:ea typeface="Avenir Next"/>
                <a:cs typeface="Avenir Next"/>
              </a:rPr>
              <a:t>id, libellé</a:t>
            </a:r>
          </a:p>
        </p:txBody>
      </p:sp>
      <p:sp>
        <p:nvSpPr>
          <p:cNvPr id="16" name="1">
            <a:extLst xmlns:a="http://schemas.openxmlformats.org/drawingml/2006/main">
              <a:ext uri="{FF2B5EF4-FFF2-40B4-BE49-F238E27FC236}">
                <a16:creationId xmlns:a16="http://schemas.microsoft.com/office/drawing/2014/main" id="{38AB2C62-3FB4-4112-A9E6-38E6981C765E}"/>
              </a:ext>
            </a:extLst>
          </p:cNvPr>
          <p:cNvSpPr>
            <a:spLocks xmlns:a="http://schemas.openxmlformats.org/drawingml/2006/main" noGrp="1"/>
          </p:cNvSpPr>
          <p:nvPr/>
        </p:nvSpPr>
        <p:spPr>
          <a:xfrm xmlns:a="http://schemas.openxmlformats.org/drawingml/2006/main">
            <a:off x="10182225" y="4562475"/>
            <a:ext cx="428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0">
                <a:solidFill>
                  <a:srgbClr val="454A66"/>
                </a:solidFill>
                <a:latin typeface="Avenir Next"/>
                <a:ea typeface="Avenir Next"/>
                <a:cs typeface="Avenir Next"/>
              </a:defRPr>
            </a:defPPr>
            <a:lvl1pPr algn="l">
              <a:defRPr sz="1425" b="0">
                <a:solidFill>
                  <a:srgbClr val="454A66"/>
                </a:solidFill>
                <a:latin typeface="Avenir Next"/>
                <a:ea typeface="Avenir Next"/>
                <a:cs typeface="Avenir Next"/>
              </a:defRPr>
            </a:lvl1pPr>
            <a:lvl2pPr algn="l">
              <a:defRPr sz="1425" b="0">
                <a:solidFill>
                  <a:srgbClr val="454A66"/>
                </a:solidFill>
                <a:latin typeface="Avenir Next"/>
                <a:ea typeface="Avenir Next"/>
                <a:cs typeface="Avenir Next"/>
              </a:defRPr>
            </a:lvl2pPr>
            <a:lvl3pPr algn="l">
              <a:defRPr sz="1425" b="0">
                <a:solidFill>
                  <a:srgbClr val="454A66"/>
                </a:solidFill>
                <a:latin typeface="Avenir Next"/>
                <a:ea typeface="Avenir Next"/>
                <a:cs typeface="Avenir Next"/>
              </a:defRPr>
            </a:lvl3pPr>
            <a:lvl4pPr algn="l">
              <a:defRPr sz="1425" b="0">
                <a:solidFill>
                  <a:srgbClr val="454A66"/>
                </a:solidFill>
                <a:latin typeface="Avenir Next"/>
                <a:ea typeface="Avenir Next"/>
                <a:cs typeface="Avenir Next"/>
              </a:defRPr>
            </a:lvl4pPr>
            <a:lvl5pPr algn="l">
              <a:defRPr sz="1425" b="0">
                <a:solidFill>
                  <a:srgbClr val="454A66"/>
                </a:solidFill>
                <a:latin typeface="Avenir Next"/>
                <a:ea typeface="Avenir Next"/>
                <a:cs typeface="Avenir Next"/>
              </a:defRPr>
            </a:lvl5pPr>
            <a:lvl6pPr algn="l">
              <a:defRPr sz="1425" b="0">
                <a:solidFill>
                  <a:srgbClr val="454A66"/>
                </a:solidFill>
                <a:latin typeface="Avenir Next"/>
                <a:ea typeface="Avenir Next"/>
                <a:cs typeface="Avenir Next"/>
              </a:defRPr>
            </a:lvl6pPr>
            <a:lvl7pPr algn="l">
              <a:defRPr sz="1425" b="0">
                <a:solidFill>
                  <a:srgbClr val="454A66"/>
                </a:solidFill>
                <a:latin typeface="Avenir Next"/>
                <a:ea typeface="Avenir Next"/>
                <a:cs typeface="Avenir Next"/>
              </a:defRPr>
            </a:lvl7pPr>
            <a:lvl8pPr algn="l">
              <a:defRPr sz="1425" b="0">
                <a:solidFill>
                  <a:srgbClr val="454A66"/>
                </a:solidFill>
                <a:latin typeface="Avenir Next"/>
                <a:ea typeface="Avenir Next"/>
                <a:cs typeface="Avenir Next"/>
              </a:defRPr>
            </a:lvl8pPr>
            <a:lvl9pPr algn="l">
              <a:defRPr sz="1425" b="0">
                <a:solidFill>
                  <a:srgbClr val="454A66"/>
                </a:solidFill>
                <a:latin typeface="Avenir Next"/>
                <a:ea typeface="Avenir Next"/>
                <a:cs typeface="Avenir Next"/>
              </a:defRPr>
            </a:lvl9pPr>
          </a:lstStyle>
          <a:p xmlns:a="http://schemas.openxmlformats.org/drawingml/2006/main">
            <a:pPr algn="l">
              <a:defRPr sz="1425" b="0">
                <a:solidFill>
                  <a:srgbClr val="454A66"/>
                </a:solidFill>
                <a:latin typeface="Avenir Next"/>
                <a:ea typeface="Avenir Next"/>
                <a:cs typeface="Avenir Next"/>
              </a:defRPr>
            </a:pPr>
            <a:r>
              <a:rPr sz="1425" b="0">
                <a:solidFill>
                  <a:srgbClr val="454A66"/>
                </a:solidFill>
                <a:latin typeface="Avenir Next"/>
                <a:ea typeface="Avenir Next"/>
                <a:cs typeface="Avenir Next"/>
              </a:rPr>
              <a:t>1</a:t>
            </a:r>
          </a:p>
        </p:txBody>
      </p:sp>
      <p:sp>
        <p:nvSpPr>
          <p:cNvPr id="17" name="0..N">
            <a:extLst xmlns:a="http://schemas.openxmlformats.org/drawingml/2006/main">
              <a:ext uri="{FF2B5EF4-FFF2-40B4-BE49-F238E27FC236}">
                <a16:creationId xmlns:a16="http://schemas.microsoft.com/office/drawing/2014/main" id="{11EB0D62-EBE3-47E7-AB38-FE6B96BF348C}"/>
              </a:ext>
            </a:extLst>
          </p:cNvPr>
          <p:cNvSpPr>
            <a:spLocks xmlns:a="http://schemas.openxmlformats.org/drawingml/2006/main" noGrp="1"/>
          </p:cNvSpPr>
          <p:nvPr/>
        </p:nvSpPr>
        <p:spPr>
          <a:xfrm xmlns:a="http://schemas.openxmlformats.org/drawingml/2006/main">
            <a:off x="10182225" y="4210050"/>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0">
                <a:solidFill>
                  <a:srgbClr val="454A66"/>
                </a:solidFill>
                <a:latin typeface="Avenir Next"/>
                <a:ea typeface="Avenir Next"/>
                <a:cs typeface="Avenir Next"/>
              </a:defRPr>
            </a:defPPr>
            <a:lvl1pPr algn="l">
              <a:defRPr sz="1425" b="0">
                <a:solidFill>
                  <a:srgbClr val="454A66"/>
                </a:solidFill>
                <a:latin typeface="Avenir Next"/>
                <a:ea typeface="Avenir Next"/>
                <a:cs typeface="Avenir Next"/>
              </a:defRPr>
            </a:lvl1pPr>
            <a:lvl2pPr algn="l">
              <a:defRPr sz="1425" b="0">
                <a:solidFill>
                  <a:srgbClr val="454A66"/>
                </a:solidFill>
                <a:latin typeface="Avenir Next"/>
                <a:ea typeface="Avenir Next"/>
                <a:cs typeface="Avenir Next"/>
              </a:defRPr>
            </a:lvl2pPr>
            <a:lvl3pPr algn="l">
              <a:defRPr sz="1425" b="0">
                <a:solidFill>
                  <a:srgbClr val="454A66"/>
                </a:solidFill>
                <a:latin typeface="Avenir Next"/>
                <a:ea typeface="Avenir Next"/>
                <a:cs typeface="Avenir Next"/>
              </a:defRPr>
            </a:lvl3pPr>
            <a:lvl4pPr algn="l">
              <a:defRPr sz="1425" b="0">
                <a:solidFill>
                  <a:srgbClr val="454A66"/>
                </a:solidFill>
                <a:latin typeface="Avenir Next"/>
                <a:ea typeface="Avenir Next"/>
                <a:cs typeface="Avenir Next"/>
              </a:defRPr>
            </a:lvl4pPr>
            <a:lvl5pPr algn="l">
              <a:defRPr sz="1425" b="0">
                <a:solidFill>
                  <a:srgbClr val="454A66"/>
                </a:solidFill>
                <a:latin typeface="Avenir Next"/>
                <a:ea typeface="Avenir Next"/>
                <a:cs typeface="Avenir Next"/>
              </a:defRPr>
            </a:lvl5pPr>
            <a:lvl6pPr algn="l">
              <a:defRPr sz="1425" b="0">
                <a:solidFill>
                  <a:srgbClr val="454A66"/>
                </a:solidFill>
                <a:latin typeface="Avenir Next"/>
                <a:ea typeface="Avenir Next"/>
                <a:cs typeface="Avenir Next"/>
              </a:defRPr>
            </a:lvl6pPr>
            <a:lvl7pPr algn="l">
              <a:defRPr sz="1425" b="0">
                <a:solidFill>
                  <a:srgbClr val="454A66"/>
                </a:solidFill>
                <a:latin typeface="Avenir Next"/>
                <a:ea typeface="Avenir Next"/>
                <a:cs typeface="Avenir Next"/>
              </a:defRPr>
            </a:lvl7pPr>
            <a:lvl8pPr algn="l">
              <a:defRPr sz="1425" b="0">
                <a:solidFill>
                  <a:srgbClr val="454A66"/>
                </a:solidFill>
                <a:latin typeface="Avenir Next"/>
                <a:ea typeface="Avenir Next"/>
                <a:cs typeface="Avenir Next"/>
              </a:defRPr>
            </a:lvl8pPr>
            <a:lvl9pPr algn="l">
              <a:defRPr sz="1425" b="0">
                <a:solidFill>
                  <a:srgbClr val="454A66"/>
                </a:solidFill>
                <a:latin typeface="Avenir Next"/>
                <a:ea typeface="Avenir Next"/>
                <a:cs typeface="Avenir Next"/>
              </a:defRPr>
            </a:lvl9pPr>
          </a:lstStyle>
          <a:p xmlns:a="http://schemas.openxmlformats.org/drawingml/2006/main">
            <a:pPr algn="l">
              <a:defRPr sz="1425" b="0">
                <a:solidFill>
                  <a:srgbClr val="454A66"/>
                </a:solidFill>
                <a:latin typeface="Avenir Next"/>
                <a:ea typeface="Avenir Next"/>
                <a:cs typeface="Avenir Next"/>
              </a:defRPr>
            </a:pPr>
            <a:r>
              <a:rPr sz="1425" b="0">
                <a:solidFill>
                  <a:srgbClr val="454A66"/>
                </a:solidFill>
                <a:latin typeface="Avenir Next"/>
                <a:ea typeface="Avenir Next"/>
                <a:cs typeface="Avenir Next"/>
              </a:rPr>
              <a:t>0..N</a:t>
            </a:r>
          </a:p>
        </p:txBody>
      </p:sp>
      <p:sp>
        <p:nvSpPr>
          <p:cNvPr id="18" name="Un utilisateur organise 0..N événements&#10;Un">
            <a:extLst xmlns:a="http://schemas.openxmlformats.org/drawingml/2006/main">
              <a:ext uri="{FF2B5EF4-FFF2-40B4-BE49-F238E27FC236}">
                <a16:creationId xmlns:a16="http://schemas.microsoft.com/office/drawing/2014/main" id="{51701CEB-1324-4BE8-8C7D-85963EFD12DA}"/>
              </a:ext>
            </a:extLst>
          </p:cNvPr>
          <p:cNvSpPr>
            <a:spLocks xmlns:a="http://schemas.openxmlformats.org/drawingml/2006/main" noGrp="1"/>
          </p:cNvSpPr>
          <p:nvPr/>
        </p:nvSpPr>
        <p:spPr>
          <a:xfrm xmlns:a="http://schemas.openxmlformats.org/drawingml/2006/main">
            <a:off x="714375" y="4638675"/>
            <a:ext cx="676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454A66"/>
                </a:solidFill>
                <a:latin typeface="Avenir Next"/>
                <a:ea typeface="Avenir Next"/>
                <a:cs typeface="Avenir Next"/>
              </a:defRPr>
            </a:defPPr>
            <a:lvl1pPr algn="l">
              <a:defRPr sz="1875" b="0">
                <a:solidFill>
                  <a:srgbClr val="454A66"/>
                </a:solidFill>
                <a:latin typeface="Avenir Next"/>
                <a:ea typeface="Avenir Next"/>
                <a:cs typeface="Avenir Next"/>
              </a:defRPr>
            </a:lvl1pPr>
            <a:lvl2pPr algn="l">
              <a:defRPr sz="1875" b="0">
                <a:solidFill>
                  <a:srgbClr val="454A66"/>
                </a:solidFill>
                <a:latin typeface="Avenir Next"/>
                <a:ea typeface="Avenir Next"/>
                <a:cs typeface="Avenir Next"/>
              </a:defRPr>
            </a:lvl2pPr>
            <a:lvl3pPr algn="l">
              <a:defRPr sz="1875" b="0">
                <a:solidFill>
                  <a:srgbClr val="454A66"/>
                </a:solidFill>
                <a:latin typeface="Avenir Next"/>
                <a:ea typeface="Avenir Next"/>
                <a:cs typeface="Avenir Next"/>
              </a:defRPr>
            </a:lvl3pPr>
            <a:lvl4pPr algn="l">
              <a:defRPr sz="1875" b="0">
                <a:solidFill>
                  <a:srgbClr val="454A66"/>
                </a:solidFill>
                <a:latin typeface="Avenir Next"/>
                <a:ea typeface="Avenir Next"/>
                <a:cs typeface="Avenir Next"/>
              </a:defRPr>
            </a:lvl4pPr>
            <a:lvl5pPr algn="l">
              <a:defRPr sz="1875" b="0">
                <a:solidFill>
                  <a:srgbClr val="454A66"/>
                </a:solidFill>
                <a:latin typeface="Avenir Next"/>
                <a:ea typeface="Avenir Next"/>
                <a:cs typeface="Avenir Next"/>
              </a:defRPr>
            </a:lvl5pPr>
            <a:lvl6pPr algn="l">
              <a:defRPr sz="1875" b="0">
                <a:solidFill>
                  <a:srgbClr val="454A66"/>
                </a:solidFill>
                <a:latin typeface="Avenir Next"/>
                <a:ea typeface="Avenir Next"/>
                <a:cs typeface="Avenir Next"/>
              </a:defRPr>
            </a:lvl6pPr>
            <a:lvl7pPr algn="l">
              <a:defRPr sz="1875" b="0">
                <a:solidFill>
                  <a:srgbClr val="454A66"/>
                </a:solidFill>
                <a:latin typeface="Avenir Next"/>
                <a:ea typeface="Avenir Next"/>
                <a:cs typeface="Avenir Next"/>
              </a:defRPr>
            </a:lvl7pPr>
            <a:lvl8pPr algn="l">
              <a:defRPr sz="1875" b="0">
                <a:solidFill>
                  <a:srgbClr val="454A66"/>
                </a:solidFill>
                <a:latin typeface="Avenir Next"/>
                <a:ea typeface="Avenir Next"/>
                <a:cs typeface="Avenir Next"/>
              </a:defRPr>
            </a:lvl8pPr>
            <a:lvl9pPr algn="l">
              <a:defRPr sz="1875" b="0">
                <a:solidFill>
                  <a:srgbClr val="454A66"/>
                </a:solidFill>
                <a:latin typeface="Avenir Next"/>
                <a:ea typeface="Avenir Next"/>
                <a:cs typeface="Avenir Next"/>
              </a:defRPr>
            </a:lvl9pPr>
          </a:lstStyle>
          <a:p xmlns:a="http://schemas.openxmlformats.org/drawingml/2006/main">
            <a:pPr algn="l">
              <a:defRPr sz="1875" b="0">
                <a:solidFill>
                  <a:srgbClr val="454A66"/>
                </a:solidFill>
                <a:latin typeface="Avenir Next"/>
                <a:ea typeface="Avenir Next"/>
                <a:cs typeface="Avenir Next"/>
              </a:defRPr>
            </a:pPr>
            <a:r>
              <a:rPr sz="1875" b="0">
                <a:solidFill>
                  <a:srgbClr val="454A66"/>
                </a:solidFill>
                <a:latin typeface="Avenir Next"/>
                <a:ea typeface="Avenir Next"/>
                <a:cs typeface="Avenir Next"/>
              </a:rPr>
              <a:t>Un utilisateur organise 0..N événements</a:t>
            </a:r>
          </a:p>
          <a:p xmlns:a="http://schemas.openxmlformats.org/drawingml/2006/main">
            <a:pPr algn="l">
              <a:defRPr sz="1875" b="0">
                <a:solidFill>
                  <a:srgbClr val="454A66"/>
                </a:solidFill>
                <a:latin typeface="Avenir Next"/>
                <a:ea typeface="Avenir Next"/>
                <a:cs typeface="Avenir Next"/>
              </a:defRPr>
            </a:pPr>
            <a:r>
              <a:rPr sz="1875" b="0">
                <a:solidFill>
                  <a:srgbClr val="454A66"/>
                </a:solidFill>
                <a:latin typeface="Avenir Next"/>
                <a:ea typeface="Avenir Next"/>
                <a:cs typeface="Avenir Next"/>
              </a:rPr>
              <a:t>Un événement possède 1 organisateur</a:t>
            </a:r>
          </a:p>
        </p:txBody>
      </p:sp>
      <p:sp>
        <p:nvSpPr>
          <p:cNvPr id="19" name="Données IA complémentaires">
            <a:extLst xmlns:a="http://schemas.openxmlformats.org/drawingml/2006/main">
              <a:ext uri="{FF2B5EF4-FFF2-40B4-BE49-F238E27FC236}">
                <a16:creationId xmlns:a16="http://schemas.microsoft.com/office/drawing/2014/main" id="{491C5541-693D-4F33-9A2F-FCB56F717244}"/>
              </a:ext>
            </a:extLst>
          </p:cNvPr>
          <p:cNvSpPr>
            <a:spLocks xmlns:a="http://schemas.openxmlformats.org/drawingml/2006/main" noGrp="1"/>
          </p:cNvSpPr>
          <p:nvPr/>
        </p:nvSpPr>
        <p:spPr>
          <a:xfrm xmlns:a="http://schemas.openxmlformats.org/drawingml/2006/main">
            <a:off x="714375" y="5600700"/>
            <a:ext cx="4762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066FA"/>
                </a:solidFill>
                <a:latin typeface="Avenir Next"/>
                <a:ea typeface="Avenir Next"/>
                <a:cs typeface="Avenir Next"/>
              </a:defRPr>
            </a:defPPr>
            <a:lvl1pPr algn="l">
              <a:defRPr sz="1875" b="1">
                <a:solidFill>
                  <a:srgbClr val="2066FA"/>
                </a:solidFill>
                <a:latin typeface="Avenir Next"/>
                <a:ea typeface="Avenir Next"/>
                <a:cs typeface="Avenir Next"/>
              </a:defRPr>
            </a:lvl1pPr>
            <a:lvl2pPr algn="l">
              <a:defRPr sz="1875" b="1">
                <a:solidFill>
                  <a:srgbClr val="2066FA"/>
                </a:solidFill>
                <a:latin typeface="Avenir Next"/>
                <a:ea typeface="Avenir Next"/>
                <a:cs typeface="Avenir Next"/>
              </a:defRPr>
            </a:lvl2pPr>
            <a:lvl3pPr algn="l">
              <a:defRPr sz="1875" b="1">
                <a:solidFill>
                  <a:srgbClr val="2066FA"/>
                </a:solidFill>
                <a:latin typeface="Avenir Next"/>
                <a:ea typeface="Avenir Next"/>
                <a:cs typeface="Avenir Next"/>
              </a:defRPr>
            </a:lvl3pPr>
            <a:lvl4pPr algn="l">
              <a:defRPr sz="1875" b="1">
                <a:solidFill>
                  <a:srgbClr val="2066FA"/>
                </a:solidFill>
                <a:latin typeface="Avenir Next"/>
                <a:ea typeface="Avenir Next"/>
                <a:cs typeface="Avenir Next"/>
              </a:defRPr>
            </a:lvl4pPr>
            <a:lvl5pPr algn="l">
              <a:defRPr sz="1875" b="1">
                <a:solidFill>
                  <a:srgbClr val="2066FA"/>
                </a:solidFill>
                <a:latin typeface="Avenir Next"/>
                <a:ea typeface="Avenir Next"/>
                <a:cs typeface="Avenir Next"/>
              </a:defRPr>
            </a:lvl5pPr>
            <a:lvl6pPr algn="l">
              <a:defRPr sz="1875" b="1">
                <a:solidFill>
                  <a:srgbClr val="2066FA"/>
                </a:solidFill>
                <a:latin typeface="Avenir Next"/>
                <a:ea typeface="Avenir Next"/>
                <a:cs typeface="Avenir Next"/>
              </a:defRPr>
            </a:lvl6pPr>
            <a:lvl7pPr algn="l">
              <a:defRPr sz="1875" b="1">
                <a:solidFill>
                  <a:srgbClr val="2066FA"/>
                </a:solidFill>
                <a:latin typeface="Avenir Next"/>
                <a:ea typeface="Avenir Next"/>
                <a:cs typeface="Avenir Next"/>
              </a:defRPr>
            </a:lvl7pPr>
            <a:lvl8pPr algn="l">
              <a:defRPr sz="1875" b="1">
                <a:solidFill>
                  <a:srgbClr val="2066FA"/>
                </a:solidFill>
                <a:latin typeface="Avenir Next"/>
                <a:ea typeface="Avenir Next"/>
                <a:cs typeface="Avenir Next"/>
              </a:defRPr>
            </a:lvl8pPr>
            <a:lvl9pPr algn="l">
              <a:defRPr sz="1875" b="1">
                <a:solidFill>
                  <a:srgbClr val="2066FA"/>
                </a:solidFill>
                <a:latin typeface="Avenir Next"/>
                <a:ea typeface="Avenir Next"/>
                <a:cs typeface="Avenir Next"/>
              </a:defRPr>
            </a:lvl9pPr>
          </a:lstStyle>
          <a:p xmlns:a="http://schemas.openxmlformats.org/drawingml/2006/main">
            <a:pPr algn="l">
              <a:defRPr sz="1875" b="1">
                <a:solidFill>
                  <a:srgbClr val="2066FA"/>
                </a:solidFill>
                <a:latin typeface="Avenir Next"/>
                <a:ea typeface="Avenir Next"/>
                <a:cs typeface="Avenir Next"/>
              </a:defRPr>
            </a:pPr>
            <a:r>
              <a:rPr sz="1875" b="1">
                <a:solidFill>
                  <a:srgbClr val="2066FA"/>
                </a:solidFill>
                <a:latin typeface="Avenir Next"/>
                <a:ea typeface="Avenir Next"/>
                <a:cs typeface="Avenir Next"/>
              </a:rPr>
              <a:t>Données IA complémentaires</a:t>
            </a:r>
          </a:p>
        </p:txBody>
      </p:sp>
      <p:sp>
        <p:nvSpPr>
          <p:cNvPr id="20" name="Préférences autorisées + contexte fixe ver">
            <a:extLst xmlns:a="http://schemas.openxmlformats.org/drawingml/2006/main">
              <a:ext uri="{FF2B5EF4-FFF2-40B4-BE49-F238E27FC236}">
                <a16:creationId xmlns:a16="http://schemas.microsoft.com/office/drawing/2014/main" id="{64E83F1E-ED7C-4C6D-B08C-4AA42599C5DC}"/>
              </a:ext>
            </a:extLst>
          </p:cNvPr>
          <p:cNvSpPr>
            <a:spLocks xmlns:a="http://schemas.openxmlformats.org/drawingml/2006/main" noGrp="1"/>
          </p:cNvSpPr>
          <p:nvPr/>
        </p:nvSpPr>
        <p:spPr>
          <a:xfrm xmlns:a="http://schemas.openxmlformats.org/drawingml/2006/main">
            <a:off x="714375" y="599122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11738"/>
                </a:solidFill>
                <a:latin typeface="Avenir Next"/>
                <a:ea typeface="Avenir Next"/>
                <a:cs typeface="Avenir Next"/>
              </a:defRPr>
            </a:defPPr>
            <a:lvl1pPr algn="l">
              <a:defRPr sz="1875" b="0">
                <a:solidFill>
                  <a:srgbClr val="111738"/>
                </a:solidFill>
                <a:latin typeface="Avenir Next"/>
                <a:ea typeface="Avenir Next"/>
                <a:cs typeface="Avenir Next"/>
              </a:defRPr>
            </a:lvl1pPr>
            <a:lvl2pPr algn="l">
              <a:defRPr sz="1875" b="0">
                <a:solidFill>
                  <a:srgbClr val="111738"/>
                </a:solidFill>
                <a:latin typeface="Avenir Next"/>
                <a:ea typeface="Avenir Next"/>
                <a:cs typeface="Avenir Next"/>
              </a:defRPr>
            </a:lvl2pPr>
            <a:lvl3pPr algn="l">
              <a:defRPr sz="1875" b="0">
                <a:solidFill>
                  <a:srgbClr val="111738"/>
                </a:solidFill>
                <a:latin typeface="Avenir Next"/>
                <a:ea typeface="Avenir Next"/>
                <a:cs typeface="Avenir Next"/>
              </a:defRPr>
            </a:lvl3pPr>
            <a:lvl4pPr algn="l">
              <a:defRPr sz="1875" b="0">
                <a:solidFill>
                  <a:srgbClr val="111738"/>
                </a:solidFill>
                <a:latin typeface="Avenir Next"/>
                <a:ea typeface="Avenir Next"/>
                <a:cs typeface="Avenir Next"/>
              </a:defRPr>
            </a:lvl4pPr>
            <a:lvl5pPr algn="l">
              <a:defRPr sz="1875" b="0">
                <a:solidFill>
                  <a:srgbClr val="111738"/>
                </a:solidFill>
                <a:latin typeface="Avenir Next"/>
                <a:ea typeface="Avenir Next"/>
                <a:cs typeface="Avenir Next"/>
              </a:defRPr>
            </a:lvl5pPr>
            <a:lvl6pPr algn="l">
              <a:defRPr sz="1875" b="0">
                <a:solidFill>
                  <a:srgbClr val="111738"/>
                </a:solidFill>
                <a:latin typeface="Avenir Next"/>
                <a:ea typeface="Avenir Next"/>
                <a:cs typeface="Avenir Next"/>
              </a:defRPr>
            </a:lvl6pPr>
            <a:lvl7pPr algn="l">
              <a:defRPr sz="1875" b="0">
                <a:solidFill>
                  <a:srgbClr val="111738"/>
                </a:solidFill>
                <a:latin typeface="Avenir Next"/>
                <a:ea typeface="Avenir Next"/>
                <a:cs typeface="Avenir Next"/>
              </a:defRPr>
            </a:lvl7pPr>
            <a:lvl8pPr algn="l">
              <a:defRPr sz="1875" b="0">
                <a:solidFill>
                  <a:srgbClr val="111738"/>
                </a:solidFill>
                <a:latin typeface="Avenir Next"/>
                <a:ea typeface="Avenir Next"/>
                <a:cs typeface="Avenir Next"/>
              </a:defRPr>
            </a:lvl8pPr>
            <a:lvl9pPr algn="l">
              <a:defRPr sz="1875" b="0">
                <a:solidFill>
                  <a:srgbClr val="111738"/>
                </a:solidFill>
                <a:latin typeface="Avenir Next"/>
                <a:ea typeface="Avenir Next"/>
                <a:cs typeface="Avenir Next"/>
              </a:defRPr>
            </a:lvl9pPr>
          </a:lstStyle>
          <a:p xmlns:a="http://schemas.openxmlformats.org/drawingml/2006/main">
            <a:pPr algn="l">
              <a:defRPr sz="1875" b="0">
                <a:solidFill>
                  <a:srgbClr val="111738"/>
                </a:solidFill>
                <a:latin typeface="Avenir Next"/>
                <a:ea typeface="Avenir Next"/>
                <a:cs typeface="Avenir Next"/>
              </a:defRPr>
            </a:pPr>
            <a:r>
              <a:rPr sz="1875" b="0">
                <a:solidFill>
                  <a:srgbClr val="111738"/>
                </a:solidFill>
                <a:latin typeface="Avenir Next"/>
                <a:ea typeface="Avenir Next"/>
                <a:cs typeface="Avenir Next"/>
              </a:rPr>
              <a:t>Préférences autorisées + contexte fixe versionné. Pas de base vectorielle.</a:t>
            </a:r>
          </a:p>
        </p:txBody>
      </p:sp>
    </p:spTree>
    <p:extLst>
      <p:ext uri="{BB962C8B-B14F-4D97-AF65-F5344CB8AC3E}">
        <p14:creationId xmlns:p14="http://schemas.microsoft.com/office/powerpoint/2010/main" val="201575851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837169FA-228C-4F80-873B-BA13BD88AD59}"/>
              </a:ext>
            </a:extLst>
          </p:cNvPr>
          <p:cNvCxnSpPr>
            <a:stCxn xmlns:a="http://schemas.openxmlformats.org/drawingml/2006/main" id="7" idx="2"/>
            <a:endCxn xmlns:a="http://schemas.openxmlformats.org/drawingml/2006/main" id="8" idx="0"/>
          </p:cNvCxnSpPr>
          <p:nvPr/>
        </p:nvCxnSpPr>
        <p:spPr>
          <a:xfrm xmlns:a="http://schemas.openxmlformats.org/drawingml/2006/main">
            <a:off x="2928938" y="4448175"/>
            <a:ext cx="0" cy="438150"/>
          </a:xfrm>
          <a:prstGeom xmlns:a="http://schemas.openxmlformats.org/drawingml/2006/main" prst="straightConnector1">
            <a:avLst/>
          </a:prstGeom>
          <a:ln xmlns:a="http://schemas.openxmlformats.org/drawingml/2006/main" w="19050">
            <a:solidFill>
              <a:srgbClr val="8B62F4"/>
            </a:solidFill>
            <a:prstDash val="solid"/>
            <a:tailEnd type="triangle" w="sm" len="sm"/>
          </a:ln>
        </p:spPr>
      </p:cxnSp>
      <p:cxnSp>
        <p:nvCxnSpPr>
          <p:cNvPr id="9" name="">
            <a:extLst xmlns:a="http://schemas.openxmlformats.org/drawingml/2006/main">
              <a:ext uri="{FF2B5EF4-FFF2-40B4-BE49-F238E27FC236}">
                <a16:creationId xmlns:a16="http://schemas.microsoft.com/office/drawing/2014/main" id="{7F7735B1-2B0B-4248-A751-D55F1C5A607A}"/>
              </a:ext>
            </a:extLst>
          </p:cNvPr>
          <p:cNvCxnSpPr>
            <a:stCxn xmlns:a="http://schemas.openxmlformats.org/drawingml/2006/main" id="6" idx="2"/>
            <a:endCxn xmlns:a="http://schemas.openxmlformats.org/drawingml/2006/main" id="7" idx="0"/>
          </p:cNvCxnSpPr>
          <p:nvPr/>
        </p:nvCxnSpPr>
        <p:spPr>
          <a:xfrm xmlns:a="http://schemas.openxmlformats.org/drawingml/2006/main">
            <a:off x="2928938" y="3343275"/>
            <a:ext cx="0" cy="438150"/>
          </a:xfrm>
          <a:prstGeom xmlns:a="http://schemas.openxmlformats.org/drawingml/2006/main" prst="straightConnector1">
            <a:avLst/>
          </a:prstGeom>
          <a:ln xmlns:a="http://schemas.openxmlformats.org/drawingml/2006/main" w="19050">
            <a:solidFill>
              <a:srgbClr val="2066FA"/>
            </a:solidFill>
            <a:prstDash val="solid"/>
            <a:tailEnd type="triangle" w="sm" len="sm"/>
          </a:ln>
        </p:spPr>
      </p:cxnSp>
      <p:sp>
        <p:nvSpPr>
          <p:cNvPr id="17" name="Prochaines étapes et décisions client">
            <a:extLst xmlns:a="http://schemas.openxmlformats.org/drawingml/2006/main">
              <a:ext uri="{FF2B5EF4-FFF2-40B4-BE49-F238E27FC236}">
                <a16:creationId xmlns:a16="http://schemas.microsoft.com/office/drawing/2014/main" id="{C2501A11-8B4B-475D-80F0-9FB1CDD0B54A}"/>
              </a:ext>
            </a:extLst>
          </p:cNvPr>
          <p:cNvSpPr>
            <a:spLocks xmlns:a="http://schemas.openxmlformats.org/drawingml/2006/main" noGrp="1"/>
          </p:cNvSpPr>
          <p:nvPr/>
        </p:nvSpPr>
        <p:spPr>
          <a:xfrm xmlns:a="http://schemas.openxmlformats.org/drawingml/2006/main">
            <a:off x="609600" y="42862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1738"/>
                </a:solidFill>
                <a:latin typeface="Avenir Next"/>
                <a:ea typeface="Avenir Next"/>
                <a:cs typeface="Avenir Next"/>
              </a:defRPr>
            </a:defPPr>
            <a:lvl1pPr algn="l">
              <a:defRPr sz="3300" b="1">
                <a:solidFill>
                  <a:srgbClr val="111738"/>
                </a:solidFill>
                <a:latin typeface="Avenir Next"/>
                <a:ea typeface="Avenir Next"/>
                <a:cs typeface="Avenir Next"/>
              </a:defRPr>
            </a:lvl1pPr>
            <a:lvl2pPr algn="l">
              <a:defRPr sz="3300" b="1">
                <a:solidFill>
                  <a:srgbClr val="111738"/>
                </a:solidFill>
                <a:latin typeface="Avenir Next"/>
                <a:ea typeface="Avenir Next"/>
                <a:cs typeface="Avenir Next"/>
              </a:defRPr>
            </a:lvl2pPr>
            <a:lvl3pPr algn="l">
              <a:defRPr sz="3300" b="1">
                <a:solidFill>
                  <a:srgbClr val="111738"/>
                </a:solidFill>
                <a:latin typeface="Avenir Next"/>
                <a:ea typeface="Avenir Next"/>
                <a:cs typeface="Avenir Next"/>
              </a:defRPr>
            </a:lvl3pPr>
            <a:lvl4pPr algn="l">
              <a:defRPr sz="3300" b="1">
                <a:solidFill>
                  <a:srgbClr val="111738"/>
                </a:solidFill>
                <a:latin typeface="Avenir Next"/>
                <a:ea typeface="Avenir Next"/>
                <a:cs typeface="Avenir Next"/>
              </a:defRPr>
            </a:lvl4pPr>
            <a:lvl5pPr algn="l">
              <a:defRPr sz="3300" b="1">
                <a:solidFill>
                  <a:srgbClr val="111738"/>
                </a:solidFill>
                <a:latin typeface="Avenir Next"/>
                <a:ea typeface="Avenir Next"/>
                <a:cs typeface="Avenir Next"/>
              </a:defRPr>
            </a:lvl5pPr>
            <a:lvl6pPr algn="l">
              <a:defRPr sz="3300" b="1">
                <a:solidFill>
                  <a:srgbClr val="111738"/>
                </a:solidFill>
                <a:latin typeface="Avenir Next"/>
                <a:ea typeface="Avenir Next"/>
                <a:cs typeface="Avenir Next"/>
              </a:defRPr>
            </a:lvl6pPr>
            <a:lvl7pPr algn="l">
              <a:defRPr sz="3300" b="1">
                <a:solidFill>
                  <a:srgbClr val="111738"/>
                </a:solidFill>
                <a:latin typeface="Avenir Next"/>
                <a:ea typeface="Avenir Next"/>
                <a:cs typeface="Avenir Next"/>
              </a:defRPr>
            </a:lvl7pPr>
            <a:lvl8pPr algn="l">
              <a:defRPr sz="3300" b="1">
                <a:solidFill>
                  <a:srgbClr val="111738"/>
                </a:solidFill>
                <a:latin typeface="Avenir Next"/>
                <a:ea typeface="Avenir Next"/>
                <a:cs typeface="Avenir Next"/>
              </a:defRPr>
            </a:lvl8pPr>
            <a:lvl9pPr algn="l">
              <a:defRPr sz="3300" b="1">
                <a:solidFill>
                  <a:srgbClr val="111738"/>
                </a:solidFill>
                <a:latin typeface="Avenir Next"/>
                <a:ea typeface="Avenir Next"/>
                <a:cs typeface="Avenir Next"/>
              </a:defRPr>
            </a:lvl9pPr>
          </a:lstStyle>
          <a:p xmlns:a="http://schemas.openxmlformats.org/drawingml/2006/main">
            <a:pPr algn="l">
              <a:defRPr sz="3300" b="1">
                <a:solidFill>
                  <a:srgbClr val="111738"/>
                </a:solidFill>
                <a:latin typeface="Avenir Next"/>
                <a:ea typeface="Avenir Next"/>
                <a:cs typeface="Avenir Next"/>
              </a:defRPr>
            </a:pPr>
            <a:r>
              <a:rPr sz="3300" b="1">
                <a:solidFill>
                  <a:srgbClr val="111738"/>
                </a:solidFill>
                <a:latin typeface="Avenir Next"/>
                <a:ea typeface="Avenir Next"/>
                <a:cs typeface="Avenir Next"/>
              </a:rPr>
              <a:t>Prochaines étapes et décisions client</a:t>
            </a:r>
          </a:p>
        </p:txBody>
      </p:sp>
      <p:sp>
        <p:nvSpPr>
          <p:cNvPr id="2" name="Après 10 minutes de présentation, 10 minut">
            <a:extLst xmlns:a="http://schemas.openxmlformats.org/drawingml/2006/main">
              <a:ext uri="{FF2B5EF4-FFF2-40B4-BE49-F238E27FC236}">
                <a16:creationId xmlns:a16="http://schemas.microsoft.com/office/drawing/2014/main" id="{1A5DB7FE-3327-48B2-B037-2569173FF42D}"/>
              </a:ext>
            </a:extLst>
          </p:cNvPr>
          <p:cNvSpPr>
            <a:spLocks xmlns:a="http://schemas.openxmlformats.org/drawingml/2006/main" noGrp="1"/>
          </p:cNvSpPr>
          <p:nvPr/>
        </p:nvSpPr>
        <p:spPr>
          <a:xfrm xmlns:a="http://schemas.openxmlformats.org/drawingml/2006/main">
            <a:off x="609600" y="1190625"/>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454A66"/>
                </a:solidFill>
                <a:latin typeface="Avenir Next"/>
                <a:ea typeface="Avenir Next"/>
                <a:cs typeface="Avenir Next"/>
              </a:defRPr>
            </a:defPPr>
            <a:lvl1pPr algn="l">
              <a:defRPr sz="1725" b="0">
                <a:solidFill>
                  <a:srgbClr val="454A66"/>
                </a:solidFill>
                <a:latin typeface="Avenir Next"/>
                <a:ea typeface="Avenir Next"/>
                <a:cs typeface="Avenir Next"/>
              </a:defRPr>
            </a:lvl1pPr>
            <a:lvl2pPr algn="l">
              <a:defRPr sz="1725" b="0">
                <a:solidFill>
                  <a:srgbClr val="454A66"/>
                </a:solidFill>
                <a:latin typeface="Avenir Next"/>
                <a:ea typeface="Avenir Next"/>
                <a:cs typeface="Avenir Next"/>
              </a:defRPr>
            </a:lvl2pPr>
            <a:lvl3pPr algn="l">
              <a:defRPr sz="1725" b="0">
                <a:solidFill>
                  <a:srgbClr val="454A66"/>
                </a:solidFill>
                <a:latin typeface="Avenir Next"/>
                <a:ea typeface="Avenir Next"/>
                <a:cs typeface="Avenir Next"/>
              </a:defRPr>
            </a:lvl3pPr>
            <a:lvl4pPr algn="l">
              <a:defRPr sz="1725" b="0">
                <a:solidFill>
                  <a:srgbClr val="454A66"/>
                </a:solidFill>
                <a:latin typeface="Avenir Next"/>
                <a:ea typeface="Avenir Next"/>
                <a:cs typeface="Avenir Next"/>
              </a:defRPr>
            </a:lvl4pPr>
            <a:lvl5pPr algn="l">
              <a:defRPr sz="1725" b="0">
                <a:solidFill>
                  <a:srgbClr val="454A66"/>
                </a:solidFill>
                <a:latin typeface="Avenir Next"/>
                <a:ea typeface="Avenir Next"/>
                <a:cs typeface="Avenir Next"/>
              </a:defRPr>
            </a:lvl5pPr>
            <a:lvl6pPr algn="l">
              <a:defRPr sz="1725" b="0">
                <a:solidFill>
                  <a:srgbClr val="454A66"/>
                </a:solidFill>
                <a:latin typeface="Avenir Next"/>
                <a:ea typeface="Avenir Next"/>
                <a:cs typeface="Avenir Next"/>
              </a:defRPr>
            </a:lvl6pPr>
            <a:lvl7pPr algn="l">
              <a:defRPr sz="1725" b="0">
                <a:solidFill>
                  <a:srgbClr val="454A66"/>
                </a:solidFill>
                <a:latin typeface="Avenir Next"/>
                <a:ea typeface="Avenir Next"/>
                <a:cs typeface="Avenir Next"/>
              </a:defRPr>
            </a:lvl7pPr>
            <a:lvl8pPr algn="l">
              <a:defRPr sz="1725" b="0">
                <a:solidFill>
                  <a:srgbClr val="454A66"/>
                </a:solidFill>
                <a:latin typeface="Avenir Next"/>
                <a:ea typeface="Avenir Next"/>
                <a:cs typeface="Avenir Next"/>
              </a:defRPr>
            </a:lvl8pPr>
            <a:lvl9pPr algn="l">
              <a:defRPr sz="1725" b="0">
                <a:solidFill>
                  <a:srgbClr val="454A66"/>
                </a:solidFill>
                <a:latin typeface="Avenir Next"/>
                <a:ea typeface="Avenir Next"/>
                <a:cs typeface="Avenir Next"/>
              </a:defRPr>
            </a:lvl9pPr>
          </a:lstStyle>
          <a:p xmlns:a="http://schemas.openxmlformats.org/drawingml/2006/main">
            <a:pPr algn="l">
              <a:defRPr sz="1725" b="0">
                <a:solidFill>
                  <a:srgbClr val="454A66"/>
                </a:solidFill>
                <a:latin typeface="Avenir Next"/>
                <a:ea typeface="Avenir Next"/>
                <a:cs typeface="Avenir Next"/>
              </a:defRPr>
            </a:pPr>
            <a:r>
              <a:rPr sz="1725" b="0">
                <a:solidFill>
                  <a:srgbClr val="454A66"/>
                </a:solidFill>
                <a:latin typeface="Avenir Next"/>
                <a:ea typeface="Avenir Next"/>
                <a:cs typeface="Avenir Next"/>
              </a:rPr>
              <a:t>Après 10 minutes de présentation, 10 minutes pour vos retours</a:t>
            </a:r>
          </a:p>
        </p:txBody>
      </p:sp>
      <p:sp>
        <p:nvSpPr>
          <p:cNvPr id="3" name="G1D Lab  /  APP ISEP">
            <a:extLst xmlns:a="http://schemas.openxmlformats.org/drawingml/2006/main">
              <a:ext uri="{FF2B5EF4-FFF2-40B4-BE49-F238E27FC236}">
                <a16:creationId xmlns:a16="http://schemas.microsoft.com/office/drawing/2014/main" id="{424D58E5-0888-469D-A076-4464459E9AA7}"/>
              </a:ext>
            </a:extLst>
          </p:cNvPr>
          <p:cNvSpPr>
            <a:spLocks xmlns:a="http://schemas.openxmlformats.org/drawingml/2006/main" noGrp="1"/>
          </p:cNvSpPr>
          <p:nvPr/>
        </p:nvSpPr>
        <p:spPr>
          <a:xfrm xmlns:a="http://schemas.openxmlformats.org/drawingml/2006/main">
            <a:off x="609600" y="6448425"/>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454A66"/>
                </a:solidFill>
                <a:latin typeface="Avenir Next"/>
                <a:ea typeface="Avenir Next"/>
                <a:cs typeface="Avenir Next"/>
              </a:defRPr>
            </a:defPPr>
            <a:lvl1pPr algn="l">
              <a:defRPr sz="1125" b="0">
                <a:solidFill>
                  <a:srgbClr val="454A66"/>
                </a:solidFill>
                <a:latin typeface="Avenir Next"/>
                <a:ea typeface="Avenir Next"/>
                <a:cs typeface="Avenir Next"/>
              </a:defRPr>
            </a:lvl1pPr>
            <a:lvl2pPr algn="l">
              <a:defRPr sz="1125" b="0">
                <a:solidFill>
                  <a:srgbClr val="454A66"/>
                </a:solidFill>
                <a:latin typeface="Avenir Next"/>
                <a:ea typeface="Avenir Next"/>
                <a:cs typeface="Avenir Next"/>
              </a:defRPr>
            </a:lvl2pPr>
            <a:lvl3pPr algn="l">
              <a:defRPr sz="1125" b="0">
                <a:solidFill>
                  <a:srgbClr val="454A66"/>
                </a:solidFill>
                <a:latin typeface="Avenir Next"/>
                <a:ea typeface="Avenir Next"/>
                <a:cs typeface="Avenir Next"/>
              </a:defRPr>
            </a:lvl3pPr>
            <a:lvl4pPr algn="l">
              <a:defRPr sz="1125" b="0">
                <a:solidFill>
                  <a:srgbClr val="454A66"/>
                </a:solidFill>
                <a:latin typeface="Avenir Next"/>
                <a:ea typeface="Avenir Next"/>
                <a:cs typeface="Avenir Next"/>
              </a:defRPr>
            </a:lvl4pPr>
            <a:lvl5pPr algn="l">
              <a:defRPr sz="1125" b="0">
                <a:solidFill>
                  <a:srgbClr val="454A66"/>
                </a:solidFill>
                <a:latin typeface="Avenir Next"/>
                <a:ea typeface="Avenir Next"/>
                <a:cs typeface="Avenir Next"/>
              </a:defRPr>
            </a:lvl5pPr>
            <a:lvl6pPr algn="l">
              <a:defRPr sz="1125" b="0">
                <a:solidFill>
                  <a:srgbClr val="454A66"/>
                </a:solidFill>
                <a:latin typeface="Avenir Next"/>
                <a:ea typeface="Avenir Next"/>
                <a:cs typeface="Avenir Next"/>
              </a:defRPr>
            </a:lvl6pPr>
            <a:lvl7pPr algn="l">
              <a:defRPr sz="1125" b="0">
                <a:solidFill>
                  <a:srgbClr val="454A66"/>
                </a:solidFill>
                <a:latin typeface="Avenir Next"/>
                <a:ea typeface="Avenir Next"/>
                <a:cs typeface="Avenir Next"/>
              </a:defRPr>
            </a:lvl7pPr>
            <a:lvl8pPr algn="l">
              <a:defRPr sz="1125" b="0">
                <a:solidFill>
                  <a:srgbClr val="454A66"/>
                </a:solidFill>
                <a:latin typeface="Avenir Next"/>
                <a:ea typeface="Avenir Next"/>
                <a:cs typeface="Avenir Next"/>
              </a:defRPr>
            </a:lvl8pPr>
            <a:lvl9pPr algn="l">
              <a:defRPr sz="1125" b="0">
                <a:solidFill>
                  <a:srgbClr val="454A66"/>
                </a:solidFill>
                <a:latin typeface="Avenir Next"/>
                <a:ea typeface="Avenir Next"/>
                <a:cs typeface="Avenir Next"/>
              </a:defRPr>
            </a:lvl9pPr>
          </a:lstStyle>
          <a:p xmlns:a="http://schemas.openxmlformats.org/drawingml/2006/main">
            <a:pPr algn="l">
              <a:defRPr sz="1125" b="0">
                <a:solidFill>
                  <a:srgbClr val="454A66"/>
                </a:solidFill>
                <a:latin typeface="Avenir Next"/>
                <a:ea typeface="Avenir Next"/>
                <a:cs typeface="Avenir Next"/>
              </a:defRPr>
            </a:pPr>
            <a:r>
              <a:rPr sz="1125" b="0">
                <a:solidFill>
                  <a:srgbClr val="454A66"/>
                </a:solidFill>
                <a:latin typeface="Avenir Next"/>
                <a:ea typeface="Avenir Next"/>
                <a:cs typeface="Avenir Next"/>
              </a:rPr>
              <a:t>G1D Lab  /  APP ISEP</a:t>
            </a:r>
          </a:p>
        </p:txBody>
      </p:sp>
      <p:sp>
        <p:nvSpPr>
          <p:cNvPr id="4" name="10">
            <a:extLst xmlns:a="http://schemas.openxmlformats.org/drawingml/2006/main">
              <a:ext uri="{FF2B5EF4-FFF2-40B4-BE49-F238E27FC236}">
                <a16:creationId xmlns:a16="http://schemas.microsoft.com/office/drawing/2014/main" id="{B88B1931-4B02-4953-9DAE-B32F19E52F86}"/>
              </a:ext>
            </a:extLst>
          </p:cNvPr>
          <p:cNvSpPr>
            <a:spLocks xmlns:a="http://schemas.openxmlformats.org/drawingml/2006/main" noGrp="1"/>
          </p:cNvSpPr>
          <p:nvPr/>
        </p:nvSpPr>
        <p:spPr>
          <a:xfrm xmlns:a="http://schemas.openxmlformats.org/drawingml/2006/main">
            <a:off x="10953750" y="641985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75" b="0">
                <a:solidFill>
                  <a:srgbClr val="454A66"/>
                </a:solidFill>
                <a:latin typeface="Avenir Next"/>
                <a:ea typeface="Avenir Next"/>
                <a:cs typeface="Avenir Next"/>
              </a:defRPr>
            </a:defPPr>
            <a:lvl1pPr algn="r">
              <a:defRPr sz="1275" b="0">
                <a:solidFill>
                  <a:srgbClr val="454A66"/>
                </a:solidFill>
                <a:latin typeface="Avenir Next"/>
                <a:ea typeface="Avenir Next"/>
                <a:cs typeface="Avenir Next"/>
              </a:defRPr>
            </a:lvl1pPr>
            <a:lvl2pPr algn="r">
              <a:defRPr sz="1275" b="0">
                <a:solidFill>
                  <a:srgbClr val="454A66"/>
                </a:solidFill>
                <a:latin typeface="Avenir Next"/>
                <a:ea typeface="Avenir Next"/>
                <a:cs typeface="Avenir Next"/>
              </a:defRPr>
            </a:lvl2pPr>
            <a:lvl3pPr algn="r">
              <a:defRPr sz="1275" b="0">
                <a:solidFill>
                  <a:srgbClr val="454A66"/>
                </a:solidFill>
                <a:latin typeface="Avenir Next"/>
                <a:ea typeface="Avenir Next"/>
                <a:cs typeface="Avenir Next"/>
              </a:defRPr>
            </a:lvl3pPr>
            <a:lvl4pPr algn="r">
              <a:defRPr sz="1275" b="0">
                <a:solidFill>
                  <a:srgbClr val="454A66"/>
                </a:solidFill>
                <a:latin typeface="Avenir Next"/>
                <a:ea typeface="Avenir Next"/>
                <a:cs typeface="Avenir Next"/>
              </a:defRPr>
            </a:lvl4pPr>
            <a:lvl5pPr algn="r">
              <a:defRPr sz="1275" b="0">
                <a:solidFill>
                  <a:srgbClr val="454A66"/>
                </a:solidFill>
                <a:latin typeface="Avenir Next"/>
                <a:ea typeface="Avenir Next"/>
                <a:cs typeface="Avenir Next"/>
              </a:defRPr>
            </a:lvl5pPr>
            <a:lvl6pPr algn="r">
              <a:defRPr sz="1275" b="0">
                <a:solidFill>
                  <a:srgbClr val="454A66"/>
                </a:solidFill>
                <a:latin typeface="Avenir Next"/>
                <a:ea typeface="Avenir Next"/>
                <a:cs typeface="Avenir Next"/>
              </a:defRPr>
            </a:lvl6pPr>
            <a:lvl7pPr algn="r">
              <a:defRPr sz="1275" b="0">
                <a:solidFill>
                  <a:srgbClr val="454A66"/>
                </a:solidFill>
                <a:latin typeface="Avenir Next"/>
                <a:ea typeface="Avenir Next"/>
                <a:cs typeface="Avenir Next"/>
              </a:defRPr>
            </a:lvl7pPr>
            <a:lvl8pPr algn="r">
              <a:defRPr sz="1275" b="0">
                <a:solidFill>
                  <a:srgbClr val="454A66"/>
                </a:solidFill>
                <a:latin typeface="Avenir Next"/>
                <a:ea typeface="Avenir Next"/>
                <a:cs typeface="Avenir Next"/>
              </a:defRPr>
            </a:lvl8pPr>
            <a:lvl9pPr algn="r">
              <a:defRPr sz="1275" b="0">
                <a:solidFill>
                  <a:srgbClr val="454A66"/>
                </a:solidFill>
                <a:latin typeface="Avenir Next"/>
                <a:ea typeface="Avenir Next"/>
                <a:cs typeface="Avenir Next"/>
              </a:defRPr>
            </a:lvl9pPr>
          </a:lstStyle>
          <a:p xmlns:a="http://schemas.openxmlformats.org/drawingml/2006/main">
            <a:pPr algn="r">
              <a:defRPr sz="1275" b="0">
                <a:solidFill>
                  <a:srgbClr val="454A66"/>
                </a:solidFill>
                <a:latin typeface="Avenir Next"/>
                <a:ea typeface="Avenir Next"/>
                <a:cs typeface="Avenir Next"/>
              </a:defRPr>
            </a:pPr>
            <a:r>
              <a:rPr sz="1275" b="0">
                <a:solidFill>
                  <a:srgbClr val="454A66"/>
                </a:solidFill>
                <a:latin typeface="Avenir Next"/>
                <a:ea typeface="Avenir Next"/>
                <a:cs typeface="Avenir Next"/>
              </a:rPr>
              <a:t>10</a:t>
            </a:r>
          </a:p>
        </p:txBody>
      </p:sp>
      <p:sp>
        <p:nvSpPr>
          <p:cNvPr id="5" name="Étapes proposées">
            <a:extLst xmlns:a="http://schemas.openxmlformats.org/drawingml/2006/main">
              <a:ext uri="{FF2B5EF4-FFF2-40B4-BE49-F238E27FC236}">
                <a16:creationId xmlns:a16="http://schemas.microsoft.com/office/drawing/2014/main" id="{0B2EBE3E-9AC6-4690-AC1D-71C372C63A6F}"/>
              </a:ext>
            </a:extLst>
          </p:cNvPr>
          <p:cNvSpPr>
            <a:spLocks xmlns:a="http://schemas.openxmlformats.org/drawingml/2006/main" noGrp="1"/>
          </p:cNvSpPr>
          <p:nvPr/>
        </p:nvSpPr>
        <p:spPr>
          <a:xfrm xmlns:a="http://schemas.openxmlformats.org/drawingml/2006/main">
            <a:off x="714375" y="1981200"/>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1">
                <a:solidFill>
                  <a:srgbClr val="2066FA"/>
                </a:solidFill>
                <a:latin typeface="Avenir Next"/>
                <a:ea typeface="Avenir Next"/>
                <a:cs typeface="Avenir Next"/>
              </a:defRPr>
            </a:defPPr>
            <a:lvl1pPr algn="l">
              <a:defRPr sz="2250" b="1">
                <a:solidFill>
                  <a:srgbClr val="2066FA"/>
                </a:solidFill>
                <a:latin typeface="Avenir Next"/>
                <a:ea typeface="Avenir Next"/>
                <a:cs typeface="Avenir Next"/>
              </a:defRPr>
            </a:lvl1pPr>
            <a:lvl2pPr algn="l">
              <a:defRPr sz="2250" b="1">
                <a:solidFill>
                  <a:srgbClr val="2066FA"/>
                </a:solidFill>
                <a:latin typeface="Avenir Next"/>
                <a:ea typeface="Avenir Next"/>
                <a:cs typeface="Avenir Next"/>
              </a:defRPr>
            </a:lvl2pPr>
            <a:lvl3pPr algn="l">
              <a:defRPr sz="2250" b="1">
                <a:solidFill>
                  <a:srgbClr val="2066FA"/>
                </a:solidFill>
                <a:latin typeface="Avenir Next"/>
                <a:ea typeface="Avenir Next"/>
                <a:cs typeface="Avenir Next"/>
              </a:defRPr>
            </a:lvl3pPr>
            <a:lvl4pPr algn="l">
              <a:defRPr sz="2250" b="1">
                <a:solidFill>
                  <a:srgbClr val="2066FA"/>
                </a:solidFill>
                <a:latin typeface="Avenir Next"/>
                <a:ea typeface="Avenir Next"/>
                <a:cs typeface="Avenir Next"/>
              </a:defRPr>
            </a:lvl4pPr>
            <a:lvl5pPr algn="l">
              <a:defRPr sz="2250" b="1">
                <a:solidFill>
                  <a:srgbClr val="2066FA"/>
                </a:solidFill>
                <a:latin typeface="Avenir Next"/>
                <a:ea typeface="Avenir Next"/>
                <a:cs typeface="Avenir Next"/>
              </a:defRPr>
            </a:lvl5pPr>
            <a:lvl6pPr algn="l">
              <a:defRPr sz="2250" b="1">
                <a:solidFill>
                  <a:srgbClr val="2066FA"/>
                </a:solidFill>
                <a:latin typeface="Avenir Next"/>
                <a:ea typeface="Avenir Next"/>
                <a:cs typeface="Avenir Next"/>
              </a:defRPr>
            </a:lvl6pPr>
            <a:lvl7pPr algn="l">
              <a:defRPr sz="2250" b="1">
                <a:solidFill>
                  <a:srgbClr val="2066FA"/>
                </a:solidFill>
                <a:latin typeface="Avenir Next"/>
                <a:ea typeface="Avenir Next"/>
                <a:cs typeface="Avenir Next"/>
              </a:defRPr>
            </a:lvl7pPr>
            <a:lvl8pPr algn="l">
              <a:defRPr sz="2250" b="1">
                <a:solidFill>
                  <a:srgbClr val="2066FA"/>
                </a:solidFill>
                <a:latin typeface="Avenir Next"/>
                <a:ea typeface="Avenir Next"/>
                <a:cs typeface="Avenir Next"/>
              </a:defRPr>
            </a:lvl8pPr>
            <a:lvl9pPr algn="l">
              <a:defRPr sz="2250" b="1">
                <a:solidFill>
                  <a:srgbClr val="2066FA"/>
                </a:solidFill>
                <a:latin typeface="Avenir Next"/>
                <a:ea typeface="Avenir Next"/>
                <a:cs typeface="Avenir Next"/>
              </a:defRPr>
            </a:lvl9pPr>
          </a:lstStyle>
          <a:p xmlns:a="http://schemas.openxmlformats.org/drawingml/2006/main">
            <a:pPr algn="l">
              <a:defRPr sz="2250" b="1">
                <a:solidFill>
                  <a:srgbClr val="2066FA"/>
                </a:solidFill>
                <a:latin typeface="Avenir Next"/>
                <a:ea typeface="Avenir Next"/>
                <a:cs typeface="Avenir Next"/>
              </a:defRPr>
            </a:pPr>
            <a:r>
              <a:rPr sz="2250" b="1">
                <a:solidFill>
                  <a:srgbClr val="2066FA"/>
                </a:solidFill>
                <a:latin typeface="Avenir Next"/>
                <a:ea typeface="Avenir Next"/>
                <a:cs typeface="Avenir Next"/>
              </a:rPr>
              <a:t>Étapes proposées</a:t>
            </a:r>
          </a:p>
        </p:txBody>
      </p:sp>
      <p:sp>
        <p:nvSpPr>
          <p:cNvPr id="6" name="Cadrage validé">
            <a:extLst xmlns:a="http://schemas.openxmlformats.org/drawingml/2006/main">
              <a:ext uri="{FF2B5EF4-FFF2-40B4-BE49-F238E27FC236}">
                <a16:creationId xmlns:a16="http://schemas.microsoft.com/office/drawing/2014/main" id="{FF3549E3-37FB-4437-893F-92D5E713F89E}"/>
              </a:ext>
            </a:extLst>
          </p:cNvPr>
          <p:cNvSpPr>
            <a:spLocks xmlns:a="http://schemas.openxmlformats.org/drawingml/2006/main" noGrp="1"/>
          </p:cNvSpPr>
          <p:nvPr/>
        </p:nvSpPr>
        <p:spPr>
          <a:xfrm xmlns:a="http://schemas.openxmlformats.org/drawingml/2006/main">
            <a:off x="714375" y="2676525"/>
            <a:ext cx="4429125" cy="666750"/>
          </a:xfrm>
          <a:prstGeom xmlns:a="http://schemas.openxmlformats.org/drawingml/2006/main" prst="roundRect">
            <a:avLst>
              <a:gd name="adj" fmla="val 17143"/>
            </a:avLst>
          </a:prstGeom>
          <a:solidFill xmlns:a="http://schemas.openxmlformats.org/drawingml/2006/main">
            <a:srgbClr val="E8F0FF"/>
          </a:solidFill>
          <a:ln xmlns:a="http://schemas.openxmlformats.org/drawingml/2006/main" w="11430">
            <a:solidFill>
              <a:srgbClr val="2066FA"/>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11738"/>
                </a:solidFill>
                <a:latin typeface="Avenir Next"/>
                <a:ea typeface="Avenir Next"/>
                <a:cs typeface="Avenir Next"/>
              </a:defRPr>
            </a:defPPr>
            <a:lvl1pPr algn="ctr">
              <a:defRPr sz="2025" b="1">
                <a:solidFill>
                  <a:srgbClr val="111738"/>
                </a:solidFill>
                <a:latin typeface="Avenir Next"/>
                <a:ea typeface="Avenir Next"/>
                <a:cs typeface="Avenir Next"/>
              </a:defRPr>
            </a:lvl1pPr>
            <a:lvl2pPr algn="ctr">
              <a:defRPr sz="2025" b="1">
                <a:solidFill>
                  <a:srgbClr val="111738"/>
                </a:solidFill>
                <a:latin typeface="Avenir Next"/>
                <a:ea typeface="Avenir Next"/>
                <a:cs typeface="Avenir Next"/>
              </a:defRPr>
            </a:lvl2pPr>
            <a:lvl3pPr algn="ctr">
              <a:defRPr sz="2025" b="1">
                <a:solidFill>
                  <a:srgbClr val="111738"/>
                </a:solidFill>
                <a:latin typeface="Avenir Next"/>
                <a:ea typeface="Avenir Next"/>
                <a:cs typeface="Avenir Next"/>
              </a:defRPr>
            </a:lvl3pPr>
            <a:lvl4pPr algn="ctr">
              <a:defRPr sz="2025" b="1">
                <a:solidFill>
                  <a:srgbClr val="111738"/>
                </a:solidFill>
                <a:latin typeface="Avenir Next"/>
                <a:ea typeface="Avenir Next"/>
                <a:cs typeface="Avenir Next"/>
              </a:defRPr>
            </a:lvl4pPr>
            <a:lvl5pPr algn="ctr">
              <a:defRPr sz="2025" b="1">
                <a:solidFill>
                  <a:srgbClr val="111738"/>
                </a:solidFill>
                <a:latin typeface="Avenir Next"/>
                <a:ea typeface="Avenir Next"/>
                <a:cs typeface="Avenir Next"/>
              </a:defRPr>
            </a:lvl5pPr>
            <a:lvl6pPr algn="ctr">
              <a:defRPr sz="2025" b="1">
                <a:solidFill>
                  <a:srgbClr val="111738"/>
                </a:solidFill>
                <a:latin typeface="Avenir Next"/>
                <a:ea typeface="Avenir Next"/>
                <a:cs typeface="Avenir Next"/>
              </a:defRPr>
            </a:lvl6pPr>
            <a:lvl7pPr algn="ctr">
              <a:defRPr sz="2025" b="1">
                <a:solidFill>
                  <a:srgbClr val="111738"/>
                </a:solidFill>
                <a:latin typeface="Avenir Next"/>
                <a:ea typeface="Avenir Next"/>
                <a:cs typeface="Avenir Next"/>
              </a:defRPr>
            </a:lvl7pPr>
            <a:lvl8pPr algn="ctr">
              <a:defRPr sz="2025" b="1">
                <a:solidFill>
                  <a:srgbClr val="111738"/>
                </a:solidFill>
                <a:latin typeface="Avenir Next"/>
                <a:ea typeface="Avenir Next"/>
                <a:cs typeface="Avenir Next"/>
              </a:defRPr>
            </a:lvl8pPr>
            <a:lvl9pPr algn="ctr">
              <a:defRPr sz="2025" b="1">
                <a:solidFill>
                  <a:srgbClr val="111738"/>
                </a:solidFill>
                <a:latin typeface="Avenir Next"/>
                <a:ea typeface="Avenir Next"/>
                <a:cs typeface="Avenir Next"/>
              </a:defRPr>
            </a:lvl9pPr>
          </a:lstStyle>
          <a:p xmlns:a="http://schemas.openxmlformats.org/drawingml/2006/main">
            <a:pPr algn="ctr">
              <a:defRPr sz="2025" b="1">
                <a:solidFill>
                  <a:srgbClr val="111738"/>
                </a:solidFill>
                <a:latin typeface="Avenir Next"/>
                <a:ea typeface="Avenir Next"/>
                <a:cs typeface="Avenir Next"/>
              </a:defRPr>
            </a:pPr>
            <a:r>
              <a:rPr sz="2025" b="1">
                <a:solidFill>
                  <a:srgbClr val="111738"/>
                </a:solidFill>
                <a:latin typeface="Avenir Next"/>
                <a:ea typeface="Avenir Next"/>
                <a:cs typeface="Avenir Next"/>
              </a:rPr>
              <a:t>Cadrage validé</a:t>
            </a:r>
          </a:p>
        </p:txBody>
      </p:sp>
      <p:sp>
        <p:nvSpPr>
          <p:cNvPr id="7" name="Conception et réalisation">
            <a:extLst xmlns:a="http://schemas.openxmlformats.org/drawingml/2006/main">
              <a:ext uri="{FF2B5EF4-FFF2-40B4-BE49-F238E27FC236}">
                <a16:creationId xmlns:a16="http://schemas.microsoft.com/office/drawing/2014/main" id="{2BB819C8-9B2E-470A-AB80-E698717A238A}"/>
              </a:ext>
            </a:extLst>
          </p:cNvPr>
          <p:cNvSpPr>
            <a:spLocks xmlns:a="http://schemas.openxmlformats.org/drawingml/2006/main" noGrp="1"/>
          </p:cNvSpPr>
          <p:nvPr/>
        </p:nvSpPr>
        <p:spPr>
          <a:xfrm xmlns:a="http://schemas.openxmlformats.org/drawingml/2006/main">
            <a:off x="714375" y="3781425"/>
            <a:ext cx="4429125" cy="666750"/>
          </a:xfrm>
          <a:prstGeom xmlns:a="http://schemas.openxmlformats.org/drawingml/2006/main" prst="roundRect">
            <a:avLst>
              <a:gd name="adj" fmla="val 17143"/>
            </a:avLst>
          </a:prstGeom>
          <a:solidFill xmlns:a="http://schemas.openxmlformats.org/drawingml/2006/main">
            <a:srgbClr val="F1EBFF"/>
          </a:solidFill>
          <a:ln xmlns:a="http://schemas.openxmlformats.org/drawingml/2006/main" w="11430">
            <a:solidFill>
              <a:srgbClr val="8B62F4"/>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11738"/>
                </a:solidFill>
                <a:latin typeface="Avenir Next"/>
                <a:ea typeface="Avenir Next"/>
                <a:cs typeface="Avenir Next"/>
              </a:defRPr>
            </a:defPPr>
            <a:lvl1pPr algn="ctr">
              <a:defRPr sz="2025" b="1">
                <a:solidFill>
                  <a:srgbClr val="111738"/>
                </a:solidFill>
                <a:latin typeface="Avenir Next"/>
                <a:ea typeface="Avenir Next"/>
                <a:cs typeface="Avenir Next"/>
              </a:defRPr>
            </a:lvl1pPr>
            <a:lvl2pPr algn="ctr">
              <a:defRPr sz="2025" b="1">
                <a:solidFill>
                  <a:srgbClr val="111738"/>
                </a:solidFill>
                <a:latin typeface="Avenir Next"/>
                <a:ea typeface="Avenir Next"/>
                <a:cs typeface="Avenir Next"/>
              </a:defRPr>
            </a:lvl2pPr>
            <a:lvl3pPr algn="ctr">
              <a:defRPr sz="2025" b="1">
                <a:solidFill>
                  <a:srgbClr val="111738"/>
                </a:solidFill>
                <a:latin typeface="Avenir Next"/>
                <a:ea typeface="Avenir Next"/>
                <a:cs typeface="Avenir Next"/>
              </a:defRPr>
            </a:lvl3pPr>
            <a:lvl4pPr algn="ctr">
              <a:defRPr sz="2025" b="1">
                <a:solidFill>
                  <a:srgbClr val="111738"/>
                </a:solidFill>
                <a:latin typeface="Avenir Next"/>
                <a:ea typeface="Avenir Next"/>
                <a:cs typeface="Avenir Next"/>
              </a:defRPr>
            </a:lvl4pPr>
            <a:lvl5pPr algn="ctr">
              <a:defRPr sz="2025" b="1">
                <a:solidFill>
                  <a:srgbClr val="111738"/>
                </a:solidFill>
                <a:latin typeface="Avenir Next"/>
                <a:ea typeface="Avenir Next"/>
                <a:cs typeface="Avenir Next"/>
              </a:defRPr>
            </a:lvl5pPr>
            <a:lvl6pPr algn="ctr">
              <a:defRPr sz="2025" b="1">
                <a:solidFill>
                  <a:srgbClr val="111738"/>
                </a:solidFill>
                <a:latin typeface="Avenir Next"/>
                <a:ea typeface="Avenir Next"/>
                <a:cs typeface="Avenir Next"/>
              </a:defRPr>
            </a:lvl6pPr>
            <a:lvl7pPr algn="ctr">
              <a:defRPr sz="2025" b="1">
                <a:solidFill>
                  <a:srgbClr val="111738"/>
                </a:solidFill>
                <a:latin typeface="Avenir Next"/>
                <a:ea typeface="Avenir Next"/>
                <a:cs typeface="Avenir Next"/>
              </a:defRPr>
            </a:lvl7pPr>
            <a:lvl8pPr algn="ctr">
              <a:defRPr sz="2025" b="1">
                <a:solidFill>
                  <a:srgbClr val="111738"/>
                </a:solidFill>
                <a:latin typeface="Avenir Next"/>
                <a:ea typeface="Avenir Next"/>
                <a:cs typeface="Avenir Next"/>
              </a:defRPr>
            </a:lvl8pPr>
            <a:lvl9pPr algn="ctr">
              <a:defRPr sz="2025" b="1">
                <a:solidFill>
                  <a:srgbClr val="111738"/>
                </a:solidFill>
                <a:latin typeface="Avenir Next"/>
                <a:ea typeface="Avenir Next"/>
                <a:cs typeface="Avenir Next"/>
              </a:defRPr>
            </a:lvl9pPr>
          </a:lstStyle>
          <a:p xmlns:a="http://schemas.openxmlformats.org/drawingml/2006/main">
            <a:pPr algn="ctr">
              <a:defRPr sz="2025" b="1">
                <a:solidFill>
                  <a:srgbClr val="111738"/>
                </a:solidFill>
                <a:latin typeface="Avenir Next"/>
                <a:ea typeface="Avenir Next"/>
                <a:cs typeface="Avenir Next"/>
              </a:defRPr>
            </a:pPr>
            <a:r>
              <a:rPr sz="2025" b="1">
                <a:solidFill>
                  <a:srgbClr val="111738"/>
                </a:solidFill>
                <a:latin typeface="Avenir Next"/>
                <a:ea typeface="Avenir Next"/>
                <a:cs typeface="Avenir Next"/>
              </a:rPr>
              <a:t>Conception et réalisation</a:t>
            </a:r>
          </a:p>
        </p:txBody>
      </p:sp>
      <p:sp>
        <p:nvSpPr>
          <p:cNvPr id="8" name="Recette et déploiement">
            <a:extLst xmlns:a="http://schemas.openxmlformats.org/drawingml/2006/main">
              <a:ext uri="{FF2B5EF4-FFF2-40B4-BE49-F238E27FC236}">
                <a16:creationId xmlns:a16="http://schemas.microsoft.com/office/drawing/2014/main" id="{83887747-C269-4588-BC3A-549B32F1594A}"/>
              </a:ext>
            </a:extLst>
          </p:cNvPr>
          <p:cNvSpPr>
            <a:spLocks xmlns:a="http://schemas.openxmlformats.org/drawingml/2006/main" noGrp="1"/>
          </p:cNvSpPr>
          <p:nvPr/>
        </p:nvSpPr>
        <p:spPr>
          <a:xfrm xmlns:a="http://schemas.openxmlformats.org/drawingml/2006/main">
            <a:off x="714375" y="4886325"/>
            <a:ext cx="4429125" cy="666750"/>
          </a:xfrm>
          <a:prstGeom xmlns:a="http://schemas.openxmlformats.org/drawingml/2006/main" prst="roundRect">
            <a:avLst>
              <a:gd name="adj" fmla="val 17143"/>
            </a:avLst>
          </a:prstGeom>
          <a:solidFill xmlns:a="http://schemas.openxmlformats.org/drawingml/2006/main">
            <a:srgbClr val="F4F5FA"/>
          </a:solidFill>
          <a:ln xmlns:a="http://schemas.openxmlformats.org/drawingml/2006/main" w="11430">
            <a:solidFill>
              <a:srgbClr val="E1E3EE"/>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11738"/>
                </a:solidFill>
                <a:latin typeface="Avenir Next"/>
                <a:ea typeface="Avenir Next"/>
                <a:cs typeface="Avenir Next"/>
              </a:defRPr>
            </a:defPPr>
            <a:lvl1pPr algn="ctr">
              <a:defRPr sz="2025" b="1">
                <a:solidFill>
                  <a:srgbClr val="111738"/>
                </a:solidFill>
                <a:latin typeface="Avenir Next"/>
                <a:ea typeface="Avenir Next"/>
                <a:cs typeface="Avenir Next"/>
              </a:defRPr>
            </a:lvl1pPr>
            <a:lvl2pPr algn="ctr">
              <a:defRPr sz="2025" b="1">
                <a:solidFill>
                  <a:srgbClr val="111738"/>
                </a:solidFill>
                <a:latin typeface="Avenir Next"/>
                <a:ea typeface="Avenir Next"/>
                <a:cs typeface="Avenir Next"/>
              </a:defRPr>
            </a:lvl2pPr>
            <a:lvl3pPr algn="ctr">
              <a:defRPr sz="2025" b="1">
                <a:solidFill>
                  <a:srgbClr val="111738"/>
                </a:solidFill>
                <a:latin typeface="Avenir Next"/>
                <a:ea typeface="Avenir Next"/>
                <a:cs typeface="Avenir Next"/>
              </a:defRPr>
            </a:lvl3pPr>
            <a:lvl4pPr algn="ctr">
              <a:defRPr sz="2025" b="1">
                <a:solidFill>
                  <a:srgbClr val="111738"/>
                </a:solidFill>
                <a:latin typeface="Avenir Next"/>
                <a:ea typeface="Avenir Next"/>
                <a:cs typeface="Avenir Next"/>
              </a:defRPr>
            </a:lvl4pPr>
            <a:lvl5pPr algn="ctr">
              <a:defRPr sz="2025" b="1">
                <a:solidFill>
                  <a:srgbClr val="111738"/>
                </a:solidFill>
                <a:latin typeface="Avenir Next"/>
                <a:ea typeface="Avenir Next"/>
                <a:cs typeface="Avenir Next"/>
              </a:defRPr>
            </a:lvl5pPr>
            <a:lvl6pPr algn="ctr">
              <a:defRPr sz="2025" b="1">
                <a:solidFill>
                  <a:srgbClr val="111738"/>
                </a:solidFill>
                <a:latin typeface="Avenir Next"/>
                <a:ea typeface="Avenir Next"/>
                <a:cs typeface="Avenir Next"/>
              </a:defRPr>
            </a:lvl6pPr>
            <a:lvl7pPr algn="ctr">
              <a:defRPr sz="2025" b="1">
                <a:solidFill>
                  <a:srgbClr val="111738"/>
                </a:solidFill>
                <a:latin typeface="Avenir Next"/>
                <a:ea typeface="Avenir Next"/>
                <a:cs typeface="Avenir Next"/>
              </a:defRPr>
            </a:lvl7pPr>
            <a:lvl8pPr algn="ctr">
              <a:defRPr sz="2025" b="1">
                <a:solidFill>
                  <a:srgbClr val="111738"/>
                </a:solidFill>
                <a:latin typeface="Avenir Next"/>
                <a:ea typeface="Avenir Next"/>
                <a:cs typeface="Avenir Next"/>
              </a:defRPr>
            </a:lvl8pPr>
            <a:lvl9pPr algn="ctr">
              <a:defRPr sz="2025" b="1">
                <a:solidFill>
                  <a:srgbClr val="111738"/>
                </a:solidFill>
                <a:latin typeface="Avenir Next"/>
                <a:ea typeface="Avenir Next"/>
                <a:cs typeface="Avenir Next"/>
              </a:defRPr>
            </a:lvl9pPr>
          </a:lstStyle>
          <a:p xmlns:a="http://schemas.openxmlformats.org/drawingml/2006/main">
            <a:pPr algn="ctr">
              <a:defRPr sz="2025" b="1">
                <a:solidFill>
                  <a:srgbClr val="111738"/>
                </a:solidFill>
                <a:latin typeface="Avenir Next"/>
                <a:ea typeface="Avenir Next"/>
                <a:cs typeface="Avenir Next"/>
              </a:defRPr>
            </a:pPr>
            <a:r>
              <a:rPr sz="2025" b="1">
                <a:solidFill>
                  <a:srgbClr val="111738"/>
                </a:solidFill>
                <a:latin typeface="Avenir Next"/>
                <a:ea typeface="Avenir Next"/>
                <a:cs typeface="Avenir Next"/>
              </a:rPr>
              <a:t>Recette et déploiement</a:t>
            </a:r>
          </a:p>
        </p:txBody>
      </p:sp>
      <p:sp>
        <p:nvSpPr>
          <p:cNvPr id="11" name="Questions à valider">
            <a:extLst xmlns:a="http://schemas.openxmlformats.org/drawingml/2006/main">
              <a:ext uri="{FF2B5EF4-FFF2-40B4-BE49-F238E27FC236}">
                <a16:creationId xmlns:a16="http://schemas.microsoft.com/office/drawing/2014/main" id="{A85DEC20-0333-4882-BBA9-BBA55A3E6724}"/>
              </a:ext>
            </a:extLst>
          </p:cNvPr>
          <p:cNvSpPr>
            <a:spLocks xmlns:a="http://schemas.openxmlformats.org/drawingml/2006/main" noGrp="1"/>
          </p:cNvSpPr>
          <p:nvPr/>
        </p:nvSpPr>
        <p:spPr>
          <a:xfrm xmlns:a="http://schemas.openxmlformats.org/drawingml/2006/main">
            <a:off x="6191250" y="1981200"/>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1">
                <a:solidFill>
                  <a:srgbClr val="8B62F4"/>
                </a:solidFill>
                <a:latin typeface="Avenir Next"/>
                <a:ea typeface="Avenir Next"/>
                <a:cs typeface="Avenir Next"/>
              </a:defRPr>
            </a:defPPr>
            <a:lvl1pPr algn="l">
              <a:defRPr sz="2250" b="1">
                <a:solidFill>
                  <a:srgbClr val="8B62F4"/>
                </a:solidFill>
                <a:latin typeface="Avenir Next"/>
                <a:ea typeface="Avenir Next"/>
                <a:cs typeface="Avenir Next"/>
              </a:defRPr>
            </a:lvl1pPr>
            <a:lvl2pPr algn="l">
              <a:defRPr sz="2250" b="1">
                <a:solidFill>
                  <a:srgbClr val="8B62F4"/>
                </a:solidFill>
                <a:latin typeface="Avenir Next"/>
                <a:ea typeface="Avenir Next"/>
                <a:cs typeface="Avenir Next"/>
              </a:defRPr>
            </a:lvl2pPr>
            <a:lvl3pPr algn="l">
              <a:defRPr sz="2250" b="1">
                <a:solidFill>
                  <a:srgbClr val="8B62F4"/>
                </a:solidFill>
                <a:latin typeface="Avenir Next"/>
                <a:ea typeface="Avenir Next"/>
                <a:cs typeface="Avenir Next"/>
              </a:defRPr>
            </a:lvl3pPr>
            <a:lvl4pPr algn="l">
              <a:defRPr sz="2250" b="1">
                <a:solidFill>
                  <a:srgbClr val="8B62F4"/>
                </a:solidFill>
                <a:latin typeface="Avenir Next"/>
                <a:ea typeface="Avenir Next"/>
                <a:cs typeface="Avenir Next"/>
              </a:defRPr>
            </a:lvl4pPr>
            <a:lvl5pPr algn="l">
              <a:defRPr sz="2250" b="1">
                <a:solidFill>
                  <a:srgbClr val="8B62F4"/>
                </a:solidFill>
                <a:latin typeface="Avenir Next"/>
                <a:ea typeface="Avenir Next"/>
                <a:cs typeface="Avenir Next"/>
              </a:defRPr>
            </a:lvl5pPr>
            <a:lvl6pPr algn="l">
              <a:defRPr sz="2250" b="1">
                <a:solidFill>
                  <a:srgbClr val="8B62F4"/>
                </a:solidFill>
                <a:latin typeface="Avenir Next"/>
                <a:ea typeface="Avenir Next"/>
                <a:cs typeface="Avenir Next"/>
              </a:defRPr>
            </a:lvl6pPr>
            <a:lvl7pPr algn="l">
              <a:defRPr sz="2250" b="1">
                <a:solidFill>
                  <a:srgbClr val="8B62F4"/>
                </a:solidFill>
                <a:latin typeface="Avenir Next"/>
                <a:ea typeface="Avenir Next"/>
                <a:cs typeface="Avenir Next"/>
              </a:defRPr>
            </a:lvl7pPr>
            <a:lvl8pPr algn="l">
              <a:defRPr sz="2250" b="1">
                <a:solidFill>
                  <a:srgbClr val="8B62F4"/>
                </a:solidFill>
                <a:latin typeface="Avenir Next"/>
                <a:ea typeface="Avenir Next"/>
                <a:cs typeface="Avenir Next"/>
              </a:defRPr>
            </a:lvl8pPr>
            <a:lvl9pPr algn="l">
              <a:defRPr sz="2250" b="1">
                <a:solidFill>
                  <a:srgbClr val="8B62F4"/>
                </a:solidFill>
                <a:latin typeface="Avenir Next"/>
                <a:ea typeface="Avenir Next"/>
                <a:cs typeface="Avenir Next"/>
              </a:defRPr>
            </a:lvl9pPr>
          </a:lstStyle>
          <a:p xmlns:a="http://schemas.openxmlformats.org/drawingml/2006/main">
            <a:pPr algn="l">
              <a:defRPr sz="2250" b="1">
                <a:solidFill>
                  <a:srgbClr val="8B62F4"/>
                </a:solidFill>
                <a:latin typeface="Avenir Next"/>
                <a:ea typeface="Avenir Next"/>
                <a:cs typeface="Avenir Next"/>
              </a:defRPr>
            </a:pPr>
            <a:r>
              <a:rPr sz="2250" b="1">
                <a:solidFill>
                  <a:srgbClr val="8B62F4"/>
                </a:solidFill>
                <a:latin typeface="Avenir Next"/>
                <a:ea typeface="Avenir Next"/>
                <a:cs typeface="Avenir Next"/>
              </a:rPr>
              <a:t>Questions à valider</a:t>
            </a:r>
          </a:p>
        </p:txBody>
      </p:sp>
      <p:sp>
        <p:nvSpPr>
          <p:cNvPr id="12" name="Quel public et quelle zone en premier ?">
            <a:extLst xmlns:a="http://schemas.openxmlformats.org/drawingml/2006/main">
              <a:ext uri="{FF2B5EF4-FFF2-40B4-BE49-F238E27FC236}">
                <a16:creationId xmlns:a16="http://schemas.microsoft.com/office/drawing/2014/main" id="{D057C19D-C2BD-4ADF-B541-495F738EE7CC}"/>
              </a:ext>
            </a:extLst>
          </p:cNvPr>
          <p:cNvSpPr>
            <a:spLocks xmlns:a="http://schemas.openxmlformats.org/drawingml/2006/main" noGrp="1"/>
          </p:cNvSpPr>
          <p:nvPr/>
        </p:nvSpPr>
        <p:spPr>
          <a:xfrm xmlns:a="http://schemas.openxmlformats.org/drawingml/2006/main">
            <a:off x="6191250" y="2705100"/>
            <a:ext cx="52863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111738"/>
                </a:solidFill>
                <a:latin typeface="Avenir Next"/>
                <a:ea typeface="Avenir Next"/>
                <a:cs typeface="Avenir Next"/>
              </a:defRPr>
            </a:defPPr>
            <a:lvl1pPr algn="l">
              <a:defRPr sz="2025" b="0">
                <a:solidFill>
                  <a:srgbClr val="111738"/>
                </a:solidFill>
                <a:latin typeface="Avenir Next"/>
                <a:ea typeface="Avenir Next"/>
                <a:cs typeface="Avenir Next"/>
              </a:defRPr>
            </a:lvl1pPr>
            <a:lvl2pPr algn="l">
              <a:defRPr sz="2025" b="0">
                <a:solidFill>
                  <a:srgbClr val="111738"/>
                </a:solidFill>
                <a:latin typeface="Avenir Next"/>
                <a:ea typeface="Avenir Next"/>
                <a:cs typeface="Avenir Next"/>
              </a:defRPr>
            </a:lvl2pPr>
            <a:lvl3pPr algn="l">
              <a:defRPr sz="2025" b="0">
                <a:solidFill>
                  <a:srgbClr val="111738"/>
                </a:solidFill>
                <a:latin typeface="Avenir Next"/>
                <a:ea typeface="Avenir Next"/>
                <a:cs typeface="Avenir Next"/>
              </a:defRPr>
            </a:lvl3pPr>
            <a:lvl4pPr algn="l">
              <a:defRPr sz="2025" b="0">
                <a:solidFill>
                  <a:srgbClr val="111738"/>
                </a:solidFill>
                <a:latin typeface="Avenir Next"/>
                <a:ea typeface="Avenir Next"/>
                <a:cs typeface="Avenir Next"/>
              </a:defRPr>
            </a:lvl4pPr>
            <a:lvl5pPr algn="l">
              <a:defRPr sz="2025" b="0">
                <a:solidFill>
                  <a:srgbClr val="111738"/>
                </a:solidFill>
                <a:latin typeface="Avenir Next"/>
                <a:ea typeface="Avenir Next"/>
                <a:cs typeface="Avenir Next"/>
              </a:defRPr>
            </a:lvl5pPr>
            <a:lvl6pPr algn="l">
              <a:defRPr sz="2025" b="0">
                <a:solidFill>
                  <a:srgbClr val="111738"/>
                </a:solidFill>
                <a:latin typeface="Avenir Next"/>
                <a:ea typeface="Avenir Next"/>
                <a:cs typeface="Avenir Next"/>
              </a:defRPr>
            </a:lvl6pPr>
            <a:lvl7pPr algn="l">
              <a:defRPr sz="2025" b="0">
                <a:solidFill>
                  <a:srgbClr val="111738"/>
                </a:solidFill>
                <a:latin typeface="Avenir Next"/>
                <a:ea typeface="Avenir Next"/>
                <a:cs typeface="Avenir Next"/>
              </a:defRPr>
            </a:lvl7pPr>
            <a:lvl8pPr algn="l">
              <a:defRPr sz="2025" b="0">
                <a:solidFill>
                  <a:srgbClr val="111738"/>
                </a:solidFill>
                <a:latin typeface="Avenir Next"/>
                <a:ea typeface="Avenir Next"/>
                <a:cs typeface="Avenir Next"/>
              </a:defRPr>
            </a:lvl8pPr>
            <a:lvl9pPr algn="l">
              <a:defRPr sz="2025" b="0">
                <a:solidFill>
                  <a:srgbClr val="111738"/>
                </a:solidFill>
                <a:latin typeface="Avenir Next"/>
                <a:ea typeface="Avenir Next"/>
                <a:cs typeface="Avenir Next"/>
              </a:defRPr>
            </a:lvl9pPr>
          </a:lstStyle>
          <a:p xmlns:a="http://schemas.openxmlformats.org/drawingml/2006/main">
            <a:pPr algn="l">
              <a:defRPr sz="2025" b="0">
                <a:solidFill>
                  <a:srgbClr val="111738"/>
                </a:solidFill>
                <a:latin typeface="Avenir Next"/>
                <a:ea typeface="Avenir Next"/>
                <a:cs typeface="Avenir Next"/>
              </a:defRPr>
            </a:pPr>
            <a:r>
              <a:rPr sz="2025" b="0">
                <a:solidFill>
                  <a:srgbClr val="111738"/>
                </a:solidFill>
                <a:latin typeface="Avenir Next"/>
                <a:ea typeface="Avenir Next"/>
                <a:cs typeface="Avenir Next"/>
              </a:rPr>
              <a:t>Quel public et quelle zone en premier ?</a:t>
            </a:r>
          </a:p>
        </p:txBody>
      </p:sp>
      <p:sp>
        <p:nvSpPr>
          <p:cNvPr id="13" name="Réservation immédiate ou approbation ?">
            <a:extLst xmlns:a="http://schemas.openxmlformats.org/drawingml/2006/main">
              <a:ext uri="{FF2B5EF4-FFF2-40B4-BE49-F238E27FC236}">
                <a16:creationId xmlns:a16="http://schemas.microsoft.com/office/drawing/2014/main" id="{9BB7612F-1668-448D-A0BD-12E1B36FFE72}"/>
              </a:ext>
            </a:extLst>
          </p:cNvPr>
          <p:cNvSpPr>
            <a:spLocks xmlns:a="http://schemas.openxmlformats.org/drawingml/2006/main" noGrp="1"/>
          </p:cNvSpPr>
          <p:nvPr/>
        </p:nvSpPr>
        <p:spPr>
          <a:xfrm xmlns:a="http://schemas.openxmlformats.org/drawingml/2006/main">
            <a:off x="6191250" y="3476625"/>
            <a:ext cx="52863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111738"/>
                </a:solidFill>
                <a:latin typeface="Avenir Next"/>
                <a:ea typeface="Avenir Next"/>
                <a:cs typeface="Avenir Next"/>
              </a:defRPr>
            </a:defPPr>
            <a:lvl1pPr algn="l">
              <a:defRPr sz="2025" b="0">
                <a:solidFill>
                  <a:srgbClr val="111738"/>
                </a:solidFill>
                <a:latin typeface="Avenir Next"/>
                <a:ea typeface="Avenir Next"/>
                <a:cs typeface="Avenir Next"/>
              </a:defRPr>
            </a:lvl1pPr>
            <a:lvl2pPr algn="l">
              <a:defRPr sz="2025" b="0">
                <a:solidFill>
                  <a:srgbClr val="111738"/>
                </a:solidFill>
                <a:latin typeface="Avenir Next"/>
                <a:ea typeface="Avenir Next"/>
                <a:cs typeface="Avenir Next"/>
              </a:defRPr>
            </a:lvl2pPr>
            <a:lvl3pPr algn="l">
              <a:defRPr sz="2025" b="0">
                <a:solidFill>
                  <a:srgbClr val="111738"/>
                </a:solidFill>
                <a:latin typeface="Avenir Next"/>
                <a:ea typeface="Avenir Next"/>
                <a:cs typeface="Avenir Next"/>
              </a:defRPr>
            </a:lvl3pPr>
            <a:lvl4pPr algn="l">
              <a:defRPr sz="2025" b="0">
                <a:solidFill>
                  <a:srgbClr val="111738"/>
                </a:solidFill>
                <a:latin typeface="Avenir Next"/>
                <a:ea typeface="Avenir Next"/>
                <a:cs typeface="Avenir Next"/>
              </a:defRPr>
            </a:lvl4pPr>
            <a:lvl5pPr algn="l">
              <a:defRPr sz="2025" b="0">
                <a:solidFill>
                  <a:srgbClr val="111738"/>
                </a:solidFill>
                <a:latin typeface="Avenir Next"/>
                <a:ea typeface="Avenir Next"/>
                <a:cs typeface="Avenir Next"/>
              </a:defRPr>
            </a:lvl5pPr>
            <a:lvl6pPr algn="l">
              <a:defRPr sz="2025" b="0">
                <a:solidFill>
                  <a:srgbClr val="111738"/>
                </a:solidFill>
                <a:latin typeface="Avenir Next"/>
                <a:ea typeface="Avenir Next"/>
                <a:cs typeface="Avenir Next"/>
              </a:defRPr>
            </a:lvl6pPr>
            <a:lvl7pPr algn="l">
              <a:defRPr sz="2025" b="0">
                <a:solidFill>
                  <a:srgbClr val="111738"/>
                </a:solidFill>
                <a:latin typeface="Avenir Next"/>
                <a:ea typeface="Avenir Next"/>
                <a:cs typeface="Avenir Next"/>
              </a:defRPr>
            </a:lvl7pPr>
            <a:lvl8pPr algn="l">
              <a:defRPr sz="2025" b="0">
                <a:solidFill>
                  <a:srgbClr val="111738"/>
                </a:solidFill>
                <a:latin typeface="Avenir Next"/>
                <a:ea typeface="Avenir Next"/>
                <a:cs typeface="Avenir Next"/>
              </a:defRPr>
            </a:lvl8pPr>
            <a:lvl9pPr algn="l">
              <a:defRPr sz="2025" b="0">
                <a:solidFill>
                  <a:srgbClr val="111738"/>
                </a:solidFill>
                <a:latin typeface="Avenir Next"/>
                <a:ea typeface="Avenir Next"/>
                <a:cs typeface="Avenir Next"/>
              </a:defRPr>
            </a:lvl9pPr>
          </a:lstStyle>
          <a:p xmlns:a="http://schemas.openxmlformats.org/drawingml/2006/main">
            <a:pPr algn="l">
              <a:defRPr sz="2025" b="0">
                <a:solidFill>
                  <a:srgbClr val="111738"/>
                </a:solidFill>
                <a:latin typeface="Avenir Next"/>
                <a:ea typeface="Avenir Next"/>
                <a:cs typeface="Avenir Next"/>
              </a:defRPr>
            </a:pPr>
            <a:r>
              <a:rPr sz="2025" b="0">
                <a:solidFill>
                  <a:srgbClr val="111738"/>
                </a:solidFill>
                <a:latin typeface="Avenir Next"/>
                <a:ea typeface="Avenir Next"/>
                <a:cs typeface="Avenir Next"/>
              </a:rPr>
              <a:t>Réservation immédiate ou approbation ?</a:t>
            </a:r>
          </a:p>
        </p:txBody>
      </p:sp>
      <p:sp>
        <p:nvSpPr>
          <p:cNvPr id="14" name="Version initiale gratuite, sans paiement ?">
            <a:extLst xmlns:a="http://schemas.openxmlformats.org/drawingml/2006/main">
              <a:ext uri="{FF2B5EF4-FFF2-40B4-BE49-F238E27FC236}">
                <a16:creationId xmlns:a16="http://schemas.microsoft.com/office/drawing/2014/main" id="{18F1BCE9-71EE-4ADC-B644-5F4A487717FB}"/>
              </a:ext>
            </a:extLst>
          </p:cNvPr>
          <p:cNvSpPr>
            <a:spLocks xmlns:a="http://schemas.openxmlformats.org/drawingml/2006/main" noGrp="1"/>
          </p:cNvSpPr>
          <p:nvPr/>
        </p:nvSpPr>
        <p:spPr>
          <a:xfrm xmlns:a="http://schemas.openxmlformats.org/drawingml/2006/main">
            <a:off x="6191250" y="4248150"/>
            <a:ext cx="52863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111738"/>
                </a:solidFill>
                <a:latin typeface="Avenir Next"/>
                <a:ea typeface="Avenir Next"/>
                <a:cs typeface="Avenir Next"/>
              </a:defRPr>
            </a:defPPr>
            <a:lvl1pPr algn="l">
              <a:defRPr sz="2025" b="0">
                <a:solidFill>
                  <a:srgbClr val="111738"/>
                </a:solidFill>
                <a:latin typeface="Avenir Next"/>
                <a:ea typeface="Avenir Next"/>
                <a:cs typeface="Avenir Next"/>
              </a:defRPr>
            </a:lvl1pPr>
            <a:lvl2pPr algn="l">
              <a:defRPr sz="2025" b="0">
                <a:solidFill>
                  <a:srgbClr val="111738"/>
                </a:solidFill>
                <a:latin typeface="Avenir Next"/>
                <a:ea typeface="Avenir Next"/>
                <a:cs typeface="Avenir Next"/>
              </a:defRPr>
            </a:lvl2pPr>
            <a:lvl3pPr algn="l">
              <a:defRPr sz="2025" b="0">
                <a:solidFill>
                  <a:srgbClr val="111738"/>
                </a:solidFill>
                <a:latin typeface="Avenir Next"/>
                <a:ea typeface="Avenir Next"/>
                <a:cs typeface="Avenir Next"/>
              </a:defRPr>
            </a:lvl3pPr>
            <a:lvl4pPr algn="l">
              <a:defRPr sz="2025" b="0">
                <a:solidFill>
                  <a:srgbClr val="111738"/>
                </a:solidFill>
                <a:latin typeface="Avenir Next"/>
                <a:ea typeface="Avenir Next"/>
                <a:cs typeface="Avenir Next"/>
              </a:defRPr>
            </a:lvl4pPr>
            <a:lvl5pPr algn="l">
              <a:defRPr sz="2025" b="0">
                <a:solidFill>
                  <a:srgbClr val="111738"/>
                </a:solidFill>
                <a:latin typeface="Avenir Next"/>
                <a:ea typeface="Avenir Next"/>
                <a:cs typeface="Avenir Next"/>
              </a:defRPr>
            </a:lvl5pPr>
            <a:lvl6pPr algn="l">
              <a:defRPr sz="2025" b="0">
                <a:solidFill>
                  <a:srgbClr val="111738"/>
                </a:solidFill>
                <a:latin typeface="Avenir Next"/>
                <a:ea typeface="Avenir Next"/>
                <a:cs typeface="Avenir Next"/>
              </a:defRPr>
            </a:lvl6pPr>
            <a:lvl7pPr algn="l">
              <a:defRPr sz="2025" b="0">
                <a:solidFill>
                  <a:srgbClr val="111738"/>
                </a:solidFill>
                <a:latin typeface="Avenir Next"/>
                <a:ea typeface="Avenir Next"/>
                <a:cs typeface="Avenir Next"/>
              </a:defRPr>
            </a:lvl7pPr>
            <a:lvl8pPr algn="l">
              <a:defRPr sz="2025" b="0">
                <a:solidFill>
                  <a:srgbClr val="111738"/>
                </a:solidFill>
                <a:latin typeface="Avenir Next"/>
                <a:ea typeface="Avenir Next"/>
                <a:cs typeface="Avenir Next"/>
              </a:defRPr>
            </a:lvl8pPr>
            <a:lvl9pPr algn="l">
              <a:defRPr sz="2025" b="0">
                <a:solidFill>
                  <a:srgbClr val="111738"/>
                </a:solidFill>
                <a:latin typeface="Avenir Next"/>
                <a:ea typeface="Avenir Next"/>
                <a:cs typeface="Avenir Next"/>
              </a:defRPr>
            </a:lvl9pPr>
          </a:lstStyle>
          <a:p xmlns:a="http://schemas.openxmlformats.org/drawingml/2006/main">
            <a:pPr algn="l">
              <a:defRPr sz="2025" b="0">
                <a:solidFill>
                  <a:srgbClr val="111738"/>
                </a:solidFill>
                <a:latin typeface="Avenir Next"/>
                <a:ea typeface="Avenir Next"/>
                <a:cs typeface="Avenir Next"/>
              </a:defRPr>
            </a:pPr>
            <a:r>
              <a:rPr sz="2025" b="0">
                <a:solidFill>
                  <a:srgbClr val="111738"/>
                </a:solidFill>
                <a:latin typeface="Avenir Next"/>
                <a:ea typeface="Avenir Next"/>
                <a:cs typeface="Avenir Next"/>
              </a:rPr>
              <a:t>Version initiale gratuite, sans paiement ?</a:t>
            </a:r>
          </a:p>
        </p:txBody>
      </p:sp>
      <p:sp>
        <p:nvSpPr>
          <p:cNvPr id="15" name="Quel budget API et quel matériel local ?">
            <a:extLst xmlns:a="http://schemas.openxmlformats.org/drawingml/2006/main">
              <a:ext uri="{FF2B5EF4-FFF2-40B4-BE49-F238E27FC236}">
                <a16:creationId xmlns:a16="http://schemas.microsoft.com/office/drawing/2014/main" id="{38642E25-E45E-4DE4-9425-445F8B25C953}"/>
              </a:ext>
            </a:extLst>
          </p:cNvPr>
          <p:cNvSpPr>
            <a:spLocks xmlns:a="http://schemas.openxmlformats.org/drawingml/2006/main" noGrp="1"/>
          </p:cNvSpPr>
          <p:nvPr/>
        </p:nvSpPr>
        <p:spPr>
          <a:xfrm xmlns:a="http://schemas.openxmlformats.org/drawingml/2006/main">
            <a:off x="6191250" y="5019675"/>
            <a:ext cx="52863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111738"/>
                </a:solidFill>
                <a:latin typeface="Avenir Next"/>
                <a:ea typeface="Avenir Next"/>
                <a:cs typeface="Avenir Next"/>
              </a:defRPr>
            </a:defPPr>
            <a:lvl1pPr algn="l">
              <a:defRPr sz="2025" b="0">
                <a:solidFill>
                  <a:srgbClr val="111738"/>
                </a:solidFill>
                <a:latin typeface="Avenir Next"/>
                <a:ea typeface="Avenir Next"/>
                <a:cs typeface="Avenir Next"/>
              </a:defRPr>
            </a:lvl1pPr>
            <a:lvl2pPr algn="l">
              <a:defRPr sz="2025" b="0">
                <a:solidFill>
                  <a:srgbClr val="111738"/>
                </a:solidFill>
                <a:latin typeface="Avenir Next"/>
                <a:ea typeface="Avenir Next"/>
                <a:cs typeface="Avenir Next"/>
              </a:defRPr>
            </a:lvl2pPr>
            <a:lvl3pPr algn="l">
              <a:defRPr sz="2025" b="0">
                <a:solidFill>
                  <a:srgbClr val="111738"/>
                </a:solidFill>
                <a:latin typeface="Avenir Next"/>
                <a:ea typeface="Avenir Next"/>
                <a:cs typeface="Avenir Next"/>
              </a:defRPr>
            </a:lvl3pPr>
            <a:lvl4pPr algn="l">
              <a:defRPr sz="2025" b="0">
                <a:solidFill>
                  <a:srgbClr val="111738"/>
                </a:solidFill>
                <a:latin typeface="Avenir Next"/>
                <a:ea typeface="Avenir Next"/>
                <a:cs typeface="Avenir Next"/>
              </a:defRPr>
            </a:lvl4pPr>
            <a:lvl5pPr algn="l">
              <a:defRPr sz="2025" b="0">
                <a:solidFill>
                  <a:srgbClr val="111738"/>
                </a:solidFill>
                <a:latin typeface="Avenir Next"/>
                <a:ea typeface="Avenir Next"/>
                <a:cs typeface="Avenir Next"/>
              </a:defRPr>
            </a:lvl5pPr>
            <a:lvl6pPr algn="l">
              <a:defRPr sz="2025" b="0">
                <a:solidFill>
                  <a:srgbClr val="111738"/>
                </a:solidFill>
                <a:latin typeface="Avenir Next"/>
                <a:ea typeface="Avenir Next"/>
                <a:cs typeface="Avenir Next"/>
              </a:defRPr>
            </a:lvl6pPr>
            <a:lvl7pPr algn="l">
              <a:defRPr sz="2025" b="0">
                <a:solidFill>
                  <a:srgbClr val="111738"/>
                </a:solidFill>
                <a:latin typeface="Avenir Next"/>
                <a:ea typeface="Avenir Next"/>
                <a:cs typeface="Avenir Next"/>
              </a:defRPr>
            </a:lvl7pPr>
            <a:lvl8pPr algn="l">
              <a:defRPr sz="2025" b="0">
                <a:solidFill>
                  <a:srgbClr val="111738"/>
                </a:solidFill>
                <a:latin typeface="Avenir Next"/>
                <a:ea typeface="Avenir Next"/>
                <a:cs typeface="Avenir Next"/>
              </a:defRPr>
            </a:lvl8pPr>
            <a:lvl9pPr algn="l">
              <a:defRPr sz="2025" b="0">
                <a:solidFill>
                  <a:srgbClr val="111738"/>
                </a:solidFill>
                <a:latin typeface="Avenir Next"/>
                <a:ea typeface="Avenir Next"/>
                <a:cs typeface="Avenir Next"/>
              </a:defRPr>
            </a:lvl9pPr>
          </a:lstStyle>
          <a:p xmlns:a="http://schemas.openxmlformats.org/drawingml/2006/main">
            <a:pPr algn="l">
              <a:defRPr sz="2025" b="0">
                <a:solidFill>
                  <a:srgbClr val="111738"/>
                </a:solidFill>
                <a:latin typeface="Avenir Next"/>
                <a:ea typeface="Avenir Next"/>
                <a:cs typeface="Avenir Next"/>
              </a:defRPr>
            </a:pPr>
            <a:r>
              <a:rPr sz="2025" b="0">
                <a:solidFill>
                  <a:srgbClr val="111738"/>
                </a:solidFill>
                <a:latin typeface="Avenir Next"/>
                <a:ea typeface="Avenir Next"/>
                <a:cs typeface="Avenir Next"/>
              </a:rPr>
              <a:t>Quel budget API et quel matériel local ?</a:t>
            </a:r>
          </a:p>
        </p:txBody>
      </p:sp>
      <p:sp>
        <p:nvSpPr>
          <p:cNvPr id="16" name="Lot IA proposé après le socle : API sur do">
            <a:extLst xmlns:a="http://schemas.openxmlformats.org/drawingml/2006/main">
              <a:ext uri="{FF2B5EF4-FFF2-40B4-BE49-F238E27FC236}">
                <a16:creationId xmlns:a16="http://schemas.microsoft.com/office/drawing/2014/main" id="{C0C710AA-1542-4E7B-BB71-353F18684B6A}"/>
              </a:ext>
            </a:extLst>
          </p:cNvPr>
          <p:cNvSpPr>
            <a:spLocks xmlns:a="http://schemas.openxmlformats.org/drawingml/2006/main" noGrp="1"/>
          </p:cNvSpPr>
          <p:nvPr/>
        </p:nvSpPr>
        <p:spPr>
          <a:xfrm xmlns:a="http://schemas.openxmlformats.org/drawingml/2006/main">
            <a:off x="714375" y="59626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0">
                <a:solidFill>
                  <a:srgbClr val="454A66"/>
                </a:solidFill>
                <a:latin typeface="Avenir Next"/>
                <a:ea typeface="Avenir Next"/>
                <a:cs typeface="Avenir Next"/>
              </a:defRPr>
            </a:defPPr>
            <a:lvl1pPr algn="l">
              <a:defRPr sz="1425" b="0">
                <a:solidFill>
                  <a:srgbClr val="454A66"/>
                </a:solidFill>
                <a:latin typeface="Avenir Next"/>
                <a:ea typeface="Avenir Next"/>
                <a:cs typeface="Avenir Next"/>
              </a:defRPr>
            </a:lvl1pPr>
            <a:lvl2pPr algn="l">
              <a:defRPr sz="1425" b="0">
                <a:solidFill>
                  <a:srgbClr val="454A66"/>
                </a:solidFill>
                <a:latin typeface="Avenir Next"/>
                <a:ea typeface="Avenir Next"/>
                <a:cs typeface="Avenir Next"/>
              </a:defRPr>
            </a:lvl2pPr>
            <a:lvl3pPr algn="l">
              <a:defRPr sz="1425" b="0">
                <a:solidFill>
                  <a:srgbClr val="454A66"/>
                </a:solidFill>
                <a:latin typeface="Avenir Next"/>
                <a:ea typeface="Avenir Next"/>
                <a:cs typeface="Avenir Next"/>
              </a:defRPr>
            </a:lvl3pPr>
            <a:lvl4pPr algn="l">
              <a:defRPr sz="1425" b="0">
                <a:solidFill>
                  <a:srgbClr val="454A66"/>
                </a:solidFill>
                <a:latin typeface="Avenir Next"/>
                <a:ea typeface="Avenir Next"/>
                <a:cs typeface="Avenir Next"/>
              </a:defRPr>
            </a:lvl4pPr>
            <a:lvl5pPr algn="l">
              <a:defRPr sz="1425" b="0">
                <a:solidFill>
                  <a:srgbClr val="454A66"/>
                </a:solidFill>
                <a:latin typeface="Avenir Next"/>
                <a:ea typeface="Avenir Next"/>
                <a:cs typeface="Avenir Next"/>
              </a:defRPr>
            </a:lvl5pPr>
            <a:lvl6pPr algn="l">
              <a:defRPr sz="1425" b="0">
                <a:solidFill>
                  <a:srgbClr val="454A66"/>
                </a:solidFill>
                <a:latin typeface="Avenir Next"/>
                <a:ea typeface="Avenir Next"/>
                <a:cs typeface="Avenir Next"/>
              </a:defRPr>
            </a:lvl6pPr>
            <a:lvl7pPr algn="l">
              <a:defRPr sz="1425" b="0">
                <a:solidFill>
                  <a:srgbClr val="454A66"/>
                </a:solidFill>
                <a:latin typeface="Avenir Next"/>
                <a:ea typeface="Avenir Next"/>
                <a:cs typeface="Avenir Next"/>
              </a:defRPr>
            </a:lvl7pPr>
            <a:lvl8pPr algn="l">
              <a:defRPr sz="1425" b="0">
                <a:solidFill>
                  <a:srgbClr val="454A66"/>
                </a:solidFill>
                <a:latin typeface="Avenir Next"/>
                <a:ea typeface="Avenir Next"/>
                <a:cs typeface="Avenir Next"/>
              </a:defRPr>
            </a:lvl8pPr>
            <a:lvl9pPr algn="l">
              <a:defRPr sz="1425" b="0">
                <a:solidFill>
                  <a:srgbClr val="454A66"/>
                </a:solidFill>
                <a:latin typeface="Avenir Next"/>
                <a:ea typeface="Avenir Next"/>
                <a:cs typeface="Avenir Next"/>
              </a:defRPr>
            </a:lvl9pPr>
          </a:lstStyle>
          <a:p xmlns:a="http://schemas.openxmlformats.org/drawingml/2006/main">
            <a:pPr algn="l">
              <a:defRPr sz="1425" b="0">
                <a:solidFill>
                  <a:srgbClr val="454A66"/>
                </a:solidFill>
                <a:latin typeface="Avenir Next"/>
                <a:ea typeface="Avenir Next"/>
                <a:cs typeface="Avenir Next"/>
              </a:defRPr>
            </a:pPr>
            <a:r>
              <a:rPr sz="1425" b="0">
                <a:solidFill>
                  <a:srgbClr val="454A66"/>
                </a:solidFill>
                <a:latin typeface="Avenir Next"/>
                <a:ea typeface="Avenir Next"/>
                <a:cs typeface="Avenir Next"/>
              </a:rPr>
              <a:t>Lot IA proposé après le socle : API sur données fictives, qualification locale ensuite</a:t>
            </a:r>
          </a:p>
        </p:txBody>
      </p:sp>
    </p:spTree>
    <p:extLst>
      <p:ext uri="{BB962C8B-B14F-4D97-AF65-F5344CB8AC3E}">
        <p14:creationId xmlns:p14="http://schemas.microsoft.com/office/powerpoint/2010/main" val="16674622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2026-10-20T13:32:49.7130000Z</dcterms:created>
  <dcterms:modified xsi:type="dcterms:W3CDTF">2026-10-20T13:32:49.7130000Z</dcterms:modified>
</coreProperties>
</file>